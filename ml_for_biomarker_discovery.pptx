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1"/>
  </p:notesMasterIdLst>
  <p:sldIdLst>
    <p:sldId id="256" r:id="rId2"/>
    <p:sldId id="257" r:id="rId3"/>
    <p:sldId id="297" r:id="rId4"/>
    <p:sldId id="281" r:id="rId5"/>
    <p:sldId id="260" r:id="rId6"/>
    <p:sldId id="264" r:id="rId7"/>
    <p:sldId id="265" r:id="rId8"/>
    <p:sldId id="266" r:id="rId9"/>
    <p:sldId id="270" r:id="rId10"/>
    <p:sldId id="271" r:id="rId11"/>
    <p:sldId id="272" r:id="rId12"/>
    <p:sldId id="275" r:id="rId13"/>
    <p:sldId id="274" r:id="rId14"/>
    <p:sldId id="276" r:id="rId15"/>
    <p:sldId id="277" r:id="rId16"/>
    <p:sldId id="278" r:id="rId17"/>
    <p:sldId id="279" r:id="rId18"/>
    <p:sldId id="285" r:id="rId19"/>
    <p:sldId id="282" r:id="rId20"/>
    <p:sldId id="261" r:id="rId21"/>
    <p:sldId id="263" r:id="rId22"/>
    <p:sldId id="283" r:id="rId23"/>
    <p:sldId id="288" r:id="rId24"/>
    <p:sldId id="292" r:id="rId25"/>
    <p:sldId id="293" r:id="rId26"/>
    <p:sldId id="287" r:id="rId27"/>
    <p:sldId id="306" r:id="rId28"/>
    <p:sldId id="320" r:id="rId29"/>
    <p:sldId id="294" r:id="rId30"/>
    <p:sldId id="314" r:id="rId31"/>
    <p:sldId id="298" r:id="rId32"/>
    <p:sldId id="299" r:id="rId33"/>
    <p:sldId id="307" r:id="rId34"/>
    <p:sldId id="308" r:id="rId35"/>
    <p:sldId id="310" r:id="rId36"/>
    <p:sldId id="301" r:id="rId37"/>
    <p:sldId id="302" r:id="rId38"/>
    <p:sldId id="303" r:id="rId39"/>
    <p:sldId id="304" r:id="rId40"/>
    <p:sldId id="311" r:id="rId41"/>
    <p:sldId id="312" r:id="rId42"/>
    <p:sldId id="315" r:id="rId43"/>
    <p:sldId id="316" r:id="rId44"/>
    <p:sldId id="317" r:id="rId45"/>
    <p:sldId id="318" r:id="rId46"/>
    <p:sldId id="319" r:id="rId47"/>
    <p:sldId id="321" r:id="rId48"/>
    <p:sldId id="328" r:id="rId49"/>
    <p:sldId id="324" r:id="rId50"/>
    <p:sldId id="323" r:id="rId51"/>
    <p:sldId id="325" r:id="rId52"/>
    <p:sldId id="326" r:id="rId53"/>
    <p:sldId id="327" r:id="rId54"/>
    <p:sldId id="305" r:id="rId55"/>
    <p:sldId id="295" r:id="rId56"/>
    <p:sldId id="289" r:id="rId57"/>
    <p:sldId id="290" r:id="rId58"/>
    <p:sldId id="291" r:id="rId59"/>
    <p:sldId id="296"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omarkers" id="{45F2762F-8A96-AA48-A12D-C491F7041BBB}">
          <p14:sldIdLst>
            <p14:sldId id="256"/>
            <p14:sldId id="257"/>
            <p14:sldId id="297"/>
            <p14:sldId id="281"/>
            <p14:sldId id="260"/>
            <p14:sldId id="264"/>
            <p14:sldId id="265"/>
            <p14:sldId id="266"/>
            <p14:sldId id="270"/>
            <p14:sldId id="271"/>
            <p14:sldId id="272"/>
            <p14:sldId id="275"/>
            <p14:sldId id="274"/>
            <p14:sldId id="276"/>
            <p14:sldId id="277"/>
            <p14:sldId id="278"/>
            <p14:sldId id="279"/>
            <p14:sldId id="285"/>
          </p14:sldIdLst>
        </p14:section>
        <p14:section name="Machine Learning" id="{11B2E87B-3F3E-4340-B77C-325ED9AE7034}">
          <p14:sldIdLst>
            <p14:sldId id="282"/>
            <p14:sldId id="261"/>
            <p14:sldId id="263"/>
            <p14:sldId id="283"/>
            <p14:sldId id="288"/>
            <p14:sldId id="292"/>
            <p14:sldId id="293"/>
            <p14:sldId id="287"/>
            <p14:sldId id="306"/>
            <p14:sldId id="320"/>
            <p14:sldId id="294"/>
            <p14:sldId id="314"/>
            <p14:sldId id="298"/>
            <p14:sldId id="299"/>
            <p14:sldId id="307"/>
            <p14:sldId id="308"/>
            <p14:sldId id="310"/>
            <p14:sldId id="301"/>
            <p14:sldId id="302"/>
            <p14:sldId id="303"/>
            <p14:sldId id="304"/>
            <p14:sldId id="311"/>
            <p14:sldId id="312"/>
            <p14:sldId id="315"/>
            <p14:sldId id="316"/>
            <p14:sldId id="317"/>
          </p14:sldIdLst>
        </p14:section>
        <p14:section name="Practical Exercises" id="{0E6B070D-E7C2-A54E-AA74-6728C66A3AC0}">
          <p14:sldIdLst>
            <p14:sldId id="318"/>
            <p14:sldId id="319"/>
            <p14:sldId id="321"/>
            <p14:sldId id="328"/>
          </p14:sldIdLst>
        </p14:section>
        <p14:section name="Summary" id="{57FEB6B5-CF2E-6543-9F27-DDAD6C85C3C6}">
          <p14:sldIdLst>
            <p14:sldId id="324"/>
            <p14:sldId id="323"/>
            <p14:sldId id="325"/>
            <p14:sldId id="326"/>
            <p14:sldId id="327"/>
          </p14:sldIdLst>
        </p14:section>
        <p14:section name="Extension" id="{634E10B5-27A1-3846-8C0D-9492B03FA873}">
          <p14:sldIdLst>
            <p14:sldId id="305"/>
            <p14:sldId id="295"/>
            <p14:sldId id="289"/>
            <p14:sldId id="290"/>
            <p14:sldId id="291"/>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882"/>
    <a:srgbClr val="017300"/>
    <a:srgbClr val="FF0000"/>
    <a:srgbClr val="7C7C7C"/>
    <a:srgbClr val="FF7E79"/>
    <a:srgbClr val="BDC5CE"/>
    <a:srgbClr val="001F46"/>
    <a:srgbClr val="0032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86"/>
    <p:restoredTop sz="94708"/>
  </p:normalViewPr>
  <p:slideViewPr>
    <p:cSldViewPr snapToGrid="0">
      <p:cViewPr varScale="1">
        <p:scale>
          <a:sx n="136" d="100"/>
          <a:sy n="136" d="100"/>
        </p:scale>
        <p:origin x="12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iffin Farrow" userId="777ebddb-f7c7-4951-8771-f064eaef18d7" providerId="ADAL" clId="{3692512D-EB60-52B2-B470-FB68613B3048}"/>
    <pc:docChg chg="undo custSel addSld delSld modSld sldOrd addSection modSection">
      <pc:chgData name="Griffin Farrow" userId="777ebddb-f7c7-4951-8771-f064eaef18d7" providerId="ADAL" clId="{3692512D-EB60-52B2-B470-FB68613B3048}" dt="2026-02-04T13:25:11.887" v="28661" actId="20577"/>
      <pc:docMkLst>
        <pc:docMk/>
      </pc:docMkLst>
      <pc:sldChg chg="addSp delSp modSp mod">
        <pc:chgData name="Griffin Farrow" userId="777ebddb-f7c7-4951-8771-f064eaef18d7" providerId="ADAL" clId="{3692512D-EB60-52B2-B470-FB68613B3048}" dt="2026-01-26T11:26:52.020" v="2229" actId="20577"/>
        <pc:sldMkLst>
          <pc:docMk/>
          <pc:sldMk cId="2184390645" sldId="256"/>
        </pc:sldMkLst>
        <pc:spChg chg="mod">
          <ac:chgData name="Griffin Farrow" userId="777ebddb-f7c7-4951-8771-f064eaef18d7" providerId="ADAL" clId="{3692512D-EB60-52B2-B470-FB68613B3048}" dt="2026-01-26T11:00:51.605" v="70" actId="403"/>
          <ac:spMkLst>
            <pc:docMk/>
            <pc:sldMk cId="2184390645" sldId="256"/>
            <ac:spMk id="2" creationId="{E75CCD0C-464A-E0D0-7565-83FD0171FE0A}"/>
          </ac:spMkLst>
        </pc:spChg>
        <pc:spChg chg="mod">
          <ac:chgData name="Griffin Farrow" userId="777ebddb-f7c7-4951-8771-f064eaef18d7" providerId="ADAL" clId="{3692512D-EB60-52B2-B470-FB68613B3048}" dt="2026-01-26T11:26:52.020" v="2229" actId="20577"/>
          <ac:spMkLst>
            <pc:docMk/>
            <pc:sldMk cId="2184390645" sldId="256"/>
            <ac:spMk id="3" creationId="{C67A3540-8EA7-7DC0-2357-1E335E76159D}"/>
          </ac:spMkLst>
        </pc:spChg>
        <pc:spChg chg="add mod">
          <ac:chgData name="Griffin Farrow" userId="777ebddb-f7c7-4951-8771-f064eaef18d7" providerId="ADAL" clId="{3692512D-EB60-52B2-B470-FB68613B3048}" dt="2026-01-26T11:26:45.004" v="2199" actId="20577"/>
          <ac:spMkLst>
            <pc:docMk/>
            <pc:sldMk cId="2184390645" sldId="256"/>
            <ac:spMk id="7" creationId="{08C8E9CC-D685-A93F-853D-05BC89231998}"/>
          </ac:spMkLst>
        </pc:spChg>
      </pc:sldChg>
      <pc:sldChg chg="addSp modSp new mod">
        <pc:chgData name="Griffin Farrow" userId="777ebddb-f7c7-4951-8771-f064eaef18d7" providerId="ADAL" clId="{3692512D-EB60-52B2-B470-FB68613B3048}" dt="2026-01-26T11:25:23.093" v="2115"/>
        <pc:sldMkLst>
          <pc:docMk/>
          <pc:sldMk cId="3889857072" sldId="257"/>
        </pc:sldMkLst>
        <pc:spChg chg="mod">
          <ac:chgData name="Griffin Farrow" userId="777ebddb-f7c7-4951-8771-f064eaef18d7" providerId="ADAL" clId="{3692512D-EB60-52B2-B470-FB68613B3048}" dt="2026-01-26T11:02:17.307" v="92" actId="20577"/>
          <ac:spMkLst>
            <pc:docMk/>
            <pc:sldMk cId="3889857072" sldId="257"/>
            <ac:spMk id="2" creationId="{2FAA7DA1-2612-0C00-0841-840838F3487E}"/>
          </ac:spMkLst>
        </pc:spChg>
        <pc:spChg chg="mod">
          <ac:chgData name="Griffin Farrow" userId="777ebddb-f7c7-4951-8771-f064eaef18d7" providerId="ADAL" clId="{3692512D-EB60-52B2-B470-FB68613B3048}" dt="2026-01-26T11:04:05.622" v="696" actId="20577"/>
          <ac:spMkLst>
            <pc:docMk/>
            <pc:sldMk cId="3889857072" sldId="257"/>
            <ac:spMk id="3" creationId="{2B55A225-53F1-DFAC-16AD-B34D9B57A5F0}"/>
          </ac:spMkLst>
        </pc:spChg>
        <pc:spChg chg="add mod">
          <ac:chgData name="Griffin Farrow" userId="777ebddb-f7c7-4951-8771-f064eaef18d7" providerId="ADAL" clId="{3692512D-EB60-52B2-B470-FB68613B3048}" dt="2026-01-26T11:25:23.093" v="2115"/>
          <ac:spMkLst>
            <pc:docMk/>
            <pc:sldMk cId="3889857072" sldId="257"/>
            <ac:spMk id="4" creationId="{0FD61909-624C-2B9B-AA1A-B25206B28D77}"/>
          </ac:spMkLst>
        </pc:spChg>
        <pc:spChg chg="add mod">
          <ac:chgData name="Griffin Farrow" userId="777ebddb-f7c7-4951-8771-f064eaef18d7" providerId="ADAL" clId="{3692512D-EB60-52B2-B470-FB68613B3048}" dt="2026-01-26T11:25:23.093" v="2115"/>
          <ac:spMkLst>
            <pc:docMk/>
            <pc:sldMk cId="3889857072" sldId="257"/>
            <ac:spMk id="5" creationId="{88CF1D60-BA78-EE39-14B6-582F4D8ED256}"/>
          </ac:spMkLst>
        </pc:spChg>
        <pc:spChg chg="add mod">
          <ac:chgData name="Griffin Farrow" userId="777ebddb-f7c7-4951-8771-f064eaef18d7" providerId="ADAL" clId="{3692512D-EB60-52B2-B470-FB68613B3048}" dt="2026-01-26T11:25:23.093" v="2115"/>
          <ac:spMkLst>
            <pc:docMk/>
            <pc:sldMk cId="3889857072" sldId="257"/>
            <ac:spMk id="6" creationId="{58D008ED-5F60-2A74-0885-7A5516799877}"/>
          </ac:spMkLst>
        </pc:spChg>
      </pc:sldChg>
      <pc:sldChg chg="addSp modSp new mod">
        <pc:chgData name="Griffin Farrow" userId="777ebddb-f7c7-4951-8771-f064eaef18d7" providerId="ADAL" clId="{3692512D-EB60-52B2-B470-FB68613B3048}" dt="2026-01-26T11:25:23.093" v="2115"/>
        <pc:sldMkLst>
          <pc:docMk/>
          <pc:sldMk cId="3864496724" sldId="260"/>
        </pc:sldMkLst>
        <pc:spChg chg="mod">
          <ac:chgData name="Griffin Farrow" userId="777ebddb-f7c7-4951-8771-f064eaef18d7" providerId="ADAL" clId="{3692512D-EB60-52B2-B470-FB68613B3048}" dt="2026-01-26T11:13:15.067" v="1276" actId="20577"/>
          <ac:spMkLst>
            <pc:docMk/>
            <pc:sldMk cId="3864496724" sldId="260"/>
            <ac:spMk id="2" creationId="{136381FC-3E28-9D74-C497-62EE6995291D}"/>
          </ac:spMkLst>
        </pc:spChg>
        <pc:spChg chg="mod">
          <ac:chgData name="Griffin Farrow" userId="777ebddb-f7c7-4951-8771-f064eaef18d7" providerId="ADAL" clId="{3692512D-EB60-52B2-B470-FB68613B3048}" dt="2026-01-26T11:22:57.494" v="1837" actId="5793"/>
          <ac:spMkLst>
            <pc:docMk/>
            <pc:sldMk cId="3864496724" sldId="260"/>
            <ac:spMk id="3" creationId="{61B5FE46-74CB-54E4-8152-65E8FD65F842}"/>
          </ac:spMkLst>
        </pc:spChg>
        <pc:spChg chg="add mod">
          <ac:chgData name="Griffin Farrow" userId="777ebddb-f7c7-4951-8771-f064eaef18d7" providerId="ADAL" clId="{3692512D-EB60-52B2-B470-FB68613B3048}" dt="2026-01-26T11:25:23.093" v="2115"/>
          <ac:spMkLst>
            <pc:docMk/>
            <pc:sldMk cId="3864496724" sldId="260"/>
            <ac:spMk id="4" creationId="{C85F2DDE-EE27-69AE-3653-31DEA12F2AEC}"/>
          </ac:spMkLst>
        </pc:spChg>
        <pc:spChg chg="add mod">
          <ac:chgData name="Griffin Farrow" userId="777ebddb-f7c7-4951-8771-f064eaef18d7" providerId="ADAL" clId="{3692512D-EB60-52B2-B470-FB68613B3048}" dt="2026-01-26T11:25:23.093" v="2115"/>
          <ac:spMkLst>
            <pc:docMk/>
            <pc:sldMk cId="3864496724" sldId="260"/>
            <ac:spMk id="5" creationId="{2DC899CF-032B-AF88-AFFA-B9383658FE15}"/>
          </ac:spMkLst>
        </pc:spChg>
        <pc:spChg chg="add mod">
          <ac:chgData name="Griffin Farrow" userId="777ebddb-f7c7-4951-8771-f064eaef18d7" providerId="ADAL" clId="{3692512D-EB60-52B2-B470-FB68613B3048}" dt="2026-01-26T11:25:23.093" v="2115"/>
          <ac:spMkLst>
            <pc:docMk/>
            <pc:sldMk cId="3864496724" sldId="260"/>
            <ac:spMk id="6" creationId="{6FA396B8-BBC4-BE1B-129F-973A904AD908}"/>
          </ac:spMkLst>
        </pc:spChg>
      </pc:sldChg>
      <pc:sldChg chg="addSp modSp new mod ord">
        <pc:chgData name="Griffin Farrow" userId="777ebddb-f7c7-4951-8771-f064eaef18d7" providerId="ADAL" clId="{3692512D-EB60-52B2-B470-FB68613B3048}" dt="2026-01-26T14:08:41.815" v="9672" actId="20577"/>
        <pc:sldMkLst>
          <pc:docMk/>
          <pc:sldMk cId="3547481820" sldId="261"/>
        </pc:sldMkLst>
        <pc:spChg chg="mod">
          <ac:chgData name="Griffin Farrow" userId="777ebddb-f7c7-4951-8771-f064eaef18d7" providerId="ADAL" clId="{3692512D-EB60-52B2-B470-FB68613B3048}" dt="2026-01-26T13:48:18.262" v="7966" actId="1076"/>
          <ac:spMkLst>
            <pc:docMk/>
            <pc:sldMk cId="3547481820" sldId="261"/>
            <ac:spMk id="2" creationId="{AFE02F85-B28F-FDE6-4428-6257F499BD02}"/>
          </ac:spMkLst>
        </pc:spChg>
        <pc:spChg chg="mod">
          <ac:chgData name="Griffin Farrow" userId="777ebddb-f7c7-4951-8771-f064eaef18d7" providerId="ADAL" clId="{3692512D-EB60-52B2-B470-FB68613B3048}" dt="2026-01-26T14:08:41.815" v="9672" actId="20577"/>
          <ac:spMkLst>
            <pc:docMk/>
            <pc:sldMk cId="3547481820" sldId="261"/>
            <ac:spMk id="3" creationId="{6D10D565-A763-4E4A-9827-350037C6FA32}"/>
          </ac:spMkLst>
        </pc:spChg>
        <pc:spChg chg="add mod">
          <ac:chgData name="Griffin Farrow" userId="777ebddb-f7c7-4951-8771-f064eaef18d7" providerId="ADAL" clId="{3692512D-EB60-52B2-B470-FB68613B3048}" dt="2026-01-26T11:25:23.093" v="2115"/>
          <ac:spMkLst>
            <pc:docMk/>
            <pc:sldMk cId="3547481820" sldId="261"/>
            <ac:spMk id="4" creationId="{CD8544BF-E4F1-2795-27DD-BA7C5ED485C4}"/>
          </ac:spMkLst>
        </pc:spChg>
        <pc:spChg chg="add mod">
          <ac:chgData name="Griffin Farrow" userId="777ebddb-f7c7-4951-8771-f064eaef18d7" providerId="ADAL" clId="{3692512D-EB60-52B2-B470-FB68613B3048}" dt="2026-01-26T11:25:23.093" v="2115"/>
          <ac:spMkLst>
            <pc:docMk/>
            <pc:sldMk cId="3547481820" sldId="261"/>
            <ac:spMk id="5" creationId="{642CD0D0-73FB-0149-F62D-93FED3EC3C2B}"/>
          </ac:spMkLst>
        </pc:spChg>
        <pc:spChg chg="add mod">
          <ac:chgData name="Griffin Farrow" userId="777ebddb-f7c7-4951-8771-f064eaef18d7" providerId="ADAL" clId="{3692512D-EB60-52B2-B470-FB68613B3048}" dt="2026-01-26T11:25:23.093" v="2115"/>
          <ac:spMkLst>
            <pc:docMk/>
            <pc:sldMk cId="3547481820" sldId="261"/>
            <ac:spMk id="6" creationId="{BB4E066C-DC86-5DF9-31BD-9B1529822F6B}"/>
          </ac:spMkLst>
        </pc:spChg>
      </pc:sldChg>
      <pc:sldChg chg="addSp modSp new mod">
        <pc:chgData name="Griffin Farrow" userId="777ebddb-f7c7-4951-8771-f064eaef18d7" providerId="ADAL" clId="{3692512D-EB60-52B2-B470-FB68613B3048}" dt="2026-01-26T14:13:35.108" v="10441" actId="20577"/>
        <pc:sldMkLst>
          <pc:docMk/>
          <pc:sldMk cId="922486225" sldId="263"/>
        </pc:sldMkLst>
        <pc:spChg chg="mod">
          <ac:chgData name="Griffin Farrow" userId="777ebddb-f7c7-4951-8771-f064eaef18d7" providerId="ADAL" clId="{3692512D-EB60-52B2-B470-FB68613B3048}" dt="2026-01-26T13:41:55.801" v="7463" actId="20577"/>
          <ac:spMkLst>
            <pc:docMk/>
            <pc:sldMk cId="922486225" sldId="263"/>
            <ac:spMk id="2" creationId="{0A0BCE33-FE7E-1EEA-B89F-5428738B31A5}"/>
          </ac:spMkLst>
        </pc:spChg>
        <pc:spChg chg="mod">
          <ac:chgData name="Griffin Farrow" userId="777ebddb-f7c7-4951-8771-f064eaef18d7" providerId="ADAL" clId="{3692512D-EB60-52B2-B470-FB68613B3048}" dt="2026-01-26T14:13:35.108" v="10441" actId="20577"/>
          <ac:spMkLst>
            <pc:docMk/>
            <pc:sldMk cId="922486225" sldId="263"/>
            <ac:spMk id="3" creationId="{8AE1CE3D-4FDF-A3EA-6FF8-7E9CA530F708}"/>
          </ac:spMkLst>
        </pc:spChg>
        <pc:spChg chg="add mod">
          <ac:chgData name="Griffin Farrow" userId="777ebddb-f7c7-4951-8771-f064eaef18d7" providerId="ADAL" clId="{3692512D-EB60-52B2-B470-FB68613B3048}" dt="2026-01-26T11:25:23.093" v="2115"/>
          <ac:spMkLst>
            <pc:docMk/>
            <pc:sldMk cId="922486225" sldId="263"/>
            <ac:spMk id="4" creationId="{B42B9A43-DCD5-8079-9314-438C035C226C}"/>
          </ac:spMkLst>
        </pc:spChg>
        <pc:spChg chg="add mod">
          <ac:chgData name="Griffin Farrow" userId="777ebddb-f7c7-4951-8771-f064eaef18d7" providerId="ADAL" clId="{3692512D-EB60-52B2-B470-FB68613B3048}" dt="2026-01-26T11:25:23.093" v="2115"/>
          <ac:spMkLst>
            <pc:docMk/>
            <pc:sldMk cId="922486225" sldId="263"/>
            <ac:spMk id="5" creationId="{1F2FE584-083A-46A2-462D-5DDCF1B4C7DF}"/>
          </ac:spMkLst>
        </pc:spChg>
        <pc:spChg chg="add mod">
          <ac:chgData name="Griffin Farrow" userId="777ebddb-f7c7-4951-8771-f064eaef18d7" providerId="ADAL" clId="{3692512D-EB60-52B2-B470-FB68613B3048}" dt="2026-01-26T11:25:23.093" v="2115"/>
          <ac:spMkLst>
            <pc:docMk/>
            <pc:sldMk cId="922486225" sldId="263"/>
            <ac:spMk id="6" creationId="{6ADCF0D4-ECCF-F31C-C3E2-09E2B6167DF2}"/>
          </ac:spMkLst>
        </pc:spChg>
      </pc:sldChg>
      <pc:sldChg chg="modSp add mod">
        <pc:chgData name="Griffin Farrow" userId="777ebddb-f7c7-4951-8771-f064eaef18d7" providerId="ADAL" clId="{3692512D-EB60-52B2-B470-FB68613B3048}" dt="2026-01-26T11:34:41.242" v="3413" actId="20577"/>
        <pc:sldMkLst>
          <pc:docMk/>
          <pc:sldMk cId="4057501994" sldId="264"/>
        </pc:sldMkLst>
        <pc:spChg chg="mod">
          <ac:chgData name="Griffin Farrow" userId="777ebddb-f7c7-4951-8771-f064eaef18d7" providerId="ADAL" clId="{3692512D-EB60-52B2-B470-FB68613B3048}" dt="2026-01-26T11:34:41.242" v="3413" actId="20577"/>
          <ac:spMkLst>
            <pc:docMk/>
            <pc:sldMk cId="4057501994" sldId="264"/>
            <ac:spMk id="3" creationId="{0B7A3BFD-D34A-0F79-9C10-184EB9BDB8CB}"/>
          </ac:spMkLst>
        </pc:spChg>
      </pc:sldChg>
      <pc:sldChg chg="modSp add mod">
        <pc:chgData name="Griffin Farrow" userId="777ebddb-f7c7-4951-8771-f064eaef18d7" providerId="ADAL" clId="{3692512D-EB60-52B2-B470-FB68613B3048}" dt="2026-01-26T11:38:22.493" v="3950" actId="20577"/>
        <pc:sldMkLst>
          <pc:docMk/>
          <pc:sldMk cId="1860281357" sldId="265"/>
        </pc:sldMkLst>
        <pc:spChg chg="mod">
          <ac:chgData name="Griffin Farrow" userId="777ebddb-f7c7-4951-8771-f064eaef18d7" providerId="ADAL" clId="{3692512D-EB60-52B2-B470-FB68613B3048}" dt="2026-01-26T11:38:22.493" v="3950" actId="20577"/>
          <ac:spMkLst>
            <pc:docMk/>
            <pc:sldMk cId="1860281357" sldId="265"/>
            <ac:spMk id="3" creationId="{C04EAAAE-55E3-F0F7-2FFF-AFD938FA2C2B}"/>
          </ac:spMkLst>
        </pc:spChg>
      </pc:sldChg>
      <pc:sldChg chg="modSp add mod">
        <pc:chgData name="Griffin Farrow" userId="777ebddb-f7c7-4951-8771-f064eaef18d7" providerId="ADAL" clId="{3692512D-EB60-52B2-B470-FB68613B3048}" dt="2026-01-26T11:38:57.551" v="4028" actId="20577"/>
        <pc:sldMkLst>
          <pc:docMk/>
          <pc:sldMk cId="1363950553" sldId="266"/>
        </pc:sldMkLst>
        <pc:spChg chg="mod">
          <ac:chgData name="Griffin Farrow" userId="777ebddb-f7c7-4951-8771-f064eaef18d7" providerId="ADAL" clId="{3692512D-EB60-52B2-B470-FB68613B3048}" dt="2026-01-26T11:38:57.551" v="4028" actId="20577"/>
          <ac:spMkLst>
            <pc:docMk/>
            <pc:sldMk cId="1363950553" sldId="266"/>
            <ac:spMk id="3" creationId="{CA1DD499-1883-DDB7-2764-DAEC1875BBB7}"/>
          </ac:spMkLst>
        </pc:spChg>
      </pc:sldChg>
      <pc:sldChg chg="modSp add mod">
        <pc:chgData name="Griffin Farrow" userId="777ebddb-f7c7-4951-8771-f064eaef18d7" providerId="ADAL" clId="{3692512D-EB60-52B2-B470-FB68613B3048}" dt="2026-01-26T11:41:18.321" v="4198" actId="14100"/>
        <pc:sldMkLst>
          <pc:docMk/>
          <pc:sldMk cId="708370282" sldId="270"/>
        </pc:sldMkLst>
        <pc:spChg chg="mod">
          <ac:chgData name="Griffin Farrow" userId="777ebddb-f7c7-4951-8771-f064eaef18d7" providerId="ADAL" clId="{3692512D-EB60-52B2-B470-FB68613B3048}" dt="2026-01-26T11:41:18.321" v="4198" actId="14100"/>
          <ac:spMkLst>
            <pc:docMk/>
            <pc:sldMk cId="708370282" sldId="270"/>
            <ac:spMk id="10" creationId="{1FFCA074-D473-0F8C-945B-25DEE84AFC0C}"/>
          </ac:spMkLst>
        </pc:spChg>
        <pc:picChg chg="mod">
          <ac:chgData name="Griffin Farrow" userId="777ebddb-f7c7-4951-8771-f064eaef18d7" providerId="ADAL" clId="{3692512D-EB60-52B2-B470-FB68613B3048}" dt="2026-01-26T11:41:11.316" v="4197" actId="1076"/>
          <ac:picMkLst>
            <pc:docMk/>
            <pc:sldMk cId="708370282" sldId="270"/>
            <ac:picMk id="8" creationId="{67816A15-3602-1513-C13C-AB8FF98D2291}"/>
          </ac:picMkLst>
        </pc:picChg>
      </pc:sldChg>
      <pc:sldChg chg="addSp modSp add mod">
        <pc:chgData name="Griffin Farrow" userId="777ebddb-f7c7-4951-8771-f064eaef18d7" providerId="ADAL" clId="{3692512D-EB60-52B2-B470-FB68613B3048}" dt="2026-01-26T11:46:31.379" v="4537" actId="1076"/>
        <pc:sldMkLst>
          <pc:docMk/>
          <pc:sldMk cId="963651403" sldId="271"/>
        </pc:sldMkLst>
        <pc:spChg chg="mod">
          <ac:chgData name="Griffin Farrow" userId="777ebddb-f7c7-4951-8771-f064eaef18d7" providerId="ADAL" clId="{3692512D-EB60-52B2-B470-FB68613B3048}" dt="2026-01-26T11:46:12.195" v="4533" actId="20577"/>
          <ac:spMkLst>
            <pc:docMk/>
            <pc:sldMk cId="963651403" sldId="271"/>
            <ac:spMk id="10" creationId="{F5A50CA1-34E3-0C05-5B00-8E02FF409BBE}"/>
          </ac:spMkLst>
        </pc:spChg>
        <pc:picChg chg="add mod">
          <ac:chgData name="Griffin Farrow" userId="777ebddb-f7c7-4951-8771-f064eaef18d7" providerId="ADAL" clId="{3692512D-EB60-52B2-B470-FB68613B3048}" dt="2026-01-26T11:46:31.379" v="4537" actId="1076"/>
          <ac:picMkLst>
            <pc:docMk/>
            <pc:sldMk cId="963651403" sldId="271"/>
            <ac:picMk id="3" creationId="{052E9ED6-3E70-F540-277D-A7CE8FDE73D9}"/>
          </ac:picMkLst>
        </pc:picChg>
      </pc:sldChg>
      <pc:sldChg chg="addSp modSp add mod">
        <pc:chgData name="Griffin Farrow" userId="777ebddb-f7c7-4951-8771-f064eaef18d7" providerId="ADAL" clId="{3692512D-EB60-52B2-B470-FB68613B3048}" dt="2026-01-26T11:52:11.071" v="5626"/>
        <pc:sldMkLst>
          <pc:docMk/>
          <pc:sldMk cId="2968573331" sldId="272"/>
        </pc:sldMkLst>
        <pc:spChg chg="mod">
          <ac:chgData name="Griffin Farrow" userId="777ebddb-f7c7-4951-8771-f064eaef18d7" providerId="ADAL" clId="{3692512D-EB60-52B2-B470-FB68613B3048}" dt="2026-01-26T11:47:20.642" v="4721" actId="20577"/>
          <ac:spMkLst>
            <pc:docMk/>
            <pc:sldMk cId="2968573331" sldId="272"/>
            <ac:spMk id="10" creationId="{DC72AE21-33EA-B86F-5627-7AACA2E0D194}"/>
          </ac:spMkLst>
        </pc:spChg>
        <pc:picChg chg="add mod">
          <ac:chgData name="Griffin Farrow" userId="777ebddb-f7c7-4951-8771-f064eaef18d7" providerId="ADAL" clId="{3692512D-EB60-52B2-B470-FB68613B3048}" dt="2026-01-26T11:47:26.951" v="4723" actId="1076"/>
          <ac:picMkLst>
            <pc:docMk/>
            <pc:sldMk cId="2968573331" sldId="272"/>
            <ac:picMk id="7" creationId="{E21ACA99-8ADD-F106-5047-ABF141E73CBE}"/>
          </ac:picMkLst>
        </pc:picChg>
      </pc:sldChg>
      <pc:sldChg chg="modSp add mod ord">
        <pc:chgData name="Griffin Farrow" userId="777ebddb-f7c7-4951-8771-f064eaef18d7" providerId="ADAL" clId="{3692512D-EB60-52B2-B470-FB68613B3048}" dt="2026-01-26T11:54:13.417" v="5897" actId="20577"/>
        <pc:sldMkLst>
          <pc:docMk/>
          <pc:sldMk cId="3264992829" sldId="274"/>
        </pc:sldMkLst>
        <pc:spChg chg="mod">
          <ac:chgData name="Griffin Farrow" userId="777ebddb-f7c7-4951-8771-f064eaef18d7" providerId="ADAL" clId="{3692512D-EB60-52B2-B470-FB68613B3048}" dt="2026-01-26T11:54:13.417" v="5897" actId="20577"/>
          <ac:spMkLst>
            <pc:docMk/>
            <pc:sldMk cId="3264992829" sldId="274"/>
            <ac:spMk id="3" creationId="{3A5E9001-471E-764E-6F36-D6283301BEA7}"/>
          </ac:spMkLst>
        </pc:spChg>
      </pc:sldChg>
      <pc:sldChg chg="modSp add mod">
        <pc:chgData name="Griffin Farrow" userId="777ebddb-f7c7-4951-8771-f064eaef18d7" providerId="ADAL" clId="{3692512D-EB60-52B2-B470-FB68613B3048}" dt="2026-01-27T16:19:37.326" v="22901" actId="20577"/>
        <pc:sldMkLst>
          <pc:docMk/>
          <pc:sldMk cId="2366960064" sldId="275"/>
        </pc:sldMkLst>
        <pc:spChg chg="mod">
          <ac:chgData name="Griffin Farrow" userId="777ebddb-f7c7-4951-8771-f064eaef18d7" providerId="ADAL" clId="{3692512D-EB60-52B2-B470-FB68613B3048}" dt="2026-01-27T16:19:37.326" v="22901" actId="20577"/>
          <ac:spMkLst>
            <pc:docMk/>
            <pc:sldMk cId="2366960064" sldId="275"/>
            <ac:spMk id="3" creationId="{B964DA40-2F12-0D80-02A9-F1590CEFA82C}"/>
          </ac:spMkLst>
        </pc:spChg>
      </pc:sldChg>
      <pc:sldChg chg="modSp add mod">
        <pc:chgData name="Griffin Farrow" userId="777ebddb-f7c7-4951-8771-f064eaef18d7" providerId="ADAL" clId="{3692512D-EB60-52B2-B470-FB68613B3048}" dt="2026-01-26T12:00:38.285" v="6926" actId="20577"/>
        <pc:sldMkLst>
          <pc:docMk/>
          <pc:sldMk cId="640956168" sldId="276"/>
        </pc:sldMkLst>
        <pc:spChg chg="mod">
          <ac:chgData name="Griffin Farrow" userId="777ebddb-f7c7-4951-8771-f064eaef18d7" providerId="ADAL" clId="{3692512D-EB60-52B2-B470-FB68613B3048}" dt="2026-01-26T12:00:38.285" v="6926" actId="20577"/>
          <ac:spMkLst>
            <pc:docMk/>
            <pc:sldMk cId="640956168" sldId="276"/>
            <ac:spMk id="3" creationId="{ACF13717-E7C3-0A80-1FFB-4A7E0D17D344}"/>
          </ac:spMkLst>
        </pc:spChg>
      </pc:sldChg>
      <pc:sldChg chg="modSp add mod">
        <pc:chgData name="Griffin Farrow" userId="777ebddb-f7c7-4951-8771-f064eaef18d7" providerId="ADAL" clId="{3692512D-EB60-52B2-B470-FB68613B3048}" dt="2026-01-26T12:00:50.253" v="6928" actId="113"/>
        <pc:sldMkLst>
          <pc:docMk/>
          <pc:sldMk cId="1364004056" sldId="277"/>
        </pc:sldMkLst>
        <pc:spChg chg="mod">
          <ac:chgData name="Griffin Farrow" userId="777ebddb-f7c7-4951-8771-f064eaef18d7" providerId="ADAL" clId="{3692512D-EB60-52B2-B470-FB68613B3048}" dt="2026-01-26T12:00:50.253" v="6928" actId="113"/>
          <ac:spMkLst>
            <pc:docMk/>
            <pc:sldMk cId="1364004056" sldId="277"/>
            <ac:spMk id="3" creationId="{AD84049E-75F3-80DC-0675-651CEB1ACEAC}"/>
          </ac:spMkLst>
        </pc:spChg>
      </pc:sldChg>
      <pc:sldChg chg="modSp add mod">
        <pc:chgData name="Griffin Farrow" userId="777ebddb-f7c7-4951-8771-f064eaef18d7" providerId="ADAL" clId="{3692512D-EB60-52B2-B470-FB68613B3048}" dt="2026-01-26T12:00:52.718" v="6929" actId="113"/>
        <pc:sldMkLst>
          <pc:docMk/>
          <pc:sldMk cId="2684002490" sldId="278"/>
        </pc:sldMkLst>
        <pc:spChg chg="mod">
          <ac:chgData name="Griffin Farrow" userId="777ebddb-f7c7-4951-8771-f064eaef18d7" providerId="ADAL" clId="{3692512D-EB60-52B2-B470-FB68613B3048}" dt="2026-01-26T12:00:52.718" v="6929" actId="113"/>
          <ac:spMkLst>
            <pc:docMk/>
            <pc:sldMk cId="2684002490" sldId="278"/>
            <ac:spMk id="3" creationId="{FA83F126-5225-405C-EE35-C82699CAE347}"/>
          </ac:spMkLst>
        </pc:spChg>
      </pc:sldChg>
      <pc:sldChg chg="modSp add mod">
        <pc:chgData name="Griffin Farrow" userId="777ebddb-f7c7-4951-8771-f064eaef18d7" providerId="ADAL" clId="{3692512D-EB60-52B2-B470-FB68613B3048}" dt="2026-01-26T12:03:55.408" v="7288" actId="113"/>
        <pc:sldMkLst>
          <pc:docMk/>
          <pc:sldMk cId="2882997839" sldId="279"/>
        </pc:sldMkLst>
        <pc:spChg chg="mod">
          <ac:chgData name="Griffin Farrow" userId="777ebddb-f7c7-4951-8771-f064eaef18d7" providerId="ADAL" clId="{3692512D-EB60-52B2-B470-FB68613B3048}" dt="2026-01-26T12:03:55.408" v="7288" actId="113"/>
          <ac:spMkLst>
            <pc:docMk/>
            <pc:sldMk cId="2882997839" sldId="279"/>
            <ac:spMk id="3" creationId="{21E7DA00-AFA0-E4C8-3C63-ADCE73CE71FC}"/>
          </ac:spMkLst>
        </pc:spChg>
      </pc:sldChg>
      <pc:sldChg chg="delSp modSp new mod">
        <pc:chgData name="Griffin Farrow" userId="777ebddb-f7c7-4951-8771-f064eaef18d7" providerId="ADAL" clId="{3692512D-EB60-52B2-B470-FB68613B3048}" dt="2026-01-26T13:40:48.325" v="7339" actId="478"/>
        <pc:sldMkLst>
          <pc:docMk/>
          <pc:sldMk cId="1919126534" sldId="281"/>
        </pc:sldMkLst>
        <pc:spChg chg="mod">
          <ac:chgData name="Griffin Farrow" userId="777ebddb-f7c7-4951-8771-f064eaef18d7" providerId="ADAL" clId="{3692512D-EB60-52B2-B470-FB68613B3048}" dt="2026-01-26T13:40:45.836" v="7338" actId="20577"/>
          <ac:spMkLst>
            <pc:docMk/>
            <pc:sldMk cId="1919126534" sldId="281"/>
            <ac:spMk id="2" creationId="{D066C884-3D36-7ECF-F506-D88F7245A0F9}"/>
          </ac:spMkLst>
        </pc:spChg>
      </pc:sldChg>
      <pc:sldChg chg="delSp modSp new mod">
        <pc:chgData name="Griffin Farrow" userId="777ebddb-f7c7-4951-8771-f064eaef18d7" providerId="ADAL" clId="{3692512D-EB60-52B2-B470-FB68613B3048}" dt="2026-01-26T13:41:09.158" v="7407" actId="478"/>
        <pc:sldMkLst>
          <pc:docMk/>
          <pc:sldMk cId="1762892925" sldId="282"/>
        </pc:sldMkLst>
        <pc:spChg chg="mod">
          <ac:chgData name="Griffin Farrow" userId="777ebddb-f7c7-4951-8771-f064eaef18d7" providerId="ADAL" clId="{3692512D-EB60-52B2-B470-FB68613B3048}" dt="2026-01-26T13:41:07.528" v="7406" actId="20577"/>
          <ac:spMkLst>
            <pc:docMk/>
            <pc:sldMk cId="1762892925" sldId="282"/>
            <ac:spMk id="2" creationId="{8345ACA3-7077-2608-D2AC-85E23B4B04D8}"/>
          </ac:spMkLst>
        </pc:spChg>
      </pc:sldChg>
      <pc:sldChg chg="modSp new mod">
        <pc:chgData name="Griffin Farrow" userId="777ebddb-f7c7-4951-8771-f064eaef18d7" providerId="ADAL" clId="{3692512D-EB60-52B2-B470-FB68613B3048}" dt="2026-01-26T13:50:44.864" v="8633" actId="20577"/>
        <pc:sldMkLst>
          <pc:docMk/>
          <pc:sldMk cId="1305522022" sldId="283"/>
        </pc:sldMkLst>
        <pc:spChg chg="mod">
          <ac:chgData name="Griffin Farrow" userId="777ebddb-f7c7-4951-8771-f064eaef18d7" providerId="ADAL" clId="{3692512D-EB60-52B2-B470-FB68613B3048}" dt="2026-01-26T13:48:37.062" v="8020" actId="20577"/>
          <ac:spMkLst>
            <pc:docMk/>
            <pc:sldMk cId="1305522022" sldId="283"/>
            <ac:spMk id="2" creationId="{AD39C81A-820F-5B55-F51C-E5BD606631C6}"/>
          </ac:spMkLst>
        </pc:spChg>
        <pc:spChg chg="mod">
          <ac:chgData name="Griffin Farrow" userId="777ebddb-f7c7-4951-8771-f064eaef18d7" providerId="ADAL" clId="{3692512D-EB60-52B2-B470-FB68613B3048}" dt="2026-01-26T13:50:44.864" v="8633" actId="20577"/>
          <ac:spMkLst>
            <pc:docMk/>
            <pc:sldMk cId="1305522022" sldId="283"/>
            <ac:spMk id="3" creationId="{EF5A5300-2F05-DFDA-D91E-6D366005F8AD}"/>
          </ac:spMkLst>
        </pc:spChg>
      </pc:sldChg>
      <pc:sldChg chg="addSp delSp modSp new mod">
        <pc:chgData name="Griffin Farrow" userId="777ebddb-f7c7-4951-8771-f064eaef18d7" providerId="ADAL" clId="{3692512D-EB60-52B2-B470-FB68613B3048}" dt="2026-01-27T11:32:35.198" v="17917" actId="1076"/>
        <pc:sldMkLst>
          <pc:docMk/>
          <pc:sldMk cId="3387277824" sldId="285"/>
        </pc:sldMkLst>
        <pc:spChg chg="mod">
          <ac:chgData name="Griffin Farrow" userId="777ebddb-f7c7-4951-8771-f064eaef18d7" providerId="ADAL" clId="{3692512D-EB60-52B2-B470-FB68613B3048}" dt="2026-01-26T13:51:36.686" v="8704" actId="20577"/>
          <ac:spMkLst>
            <pc:docMk/>
            <pc:sldMk cId="3387277824" sldId="285"/>
            <ac:spMk id="2" creationId="{01E07F6F-1024-076E-A3FE-F00408E3D436}"/>
          </ac:spMkLst>
        </pc:spChg>
        <pc:spChg chg="mod">
          <ac:chgData name="Griffin Farrow" userId="777ebddb-f7c7-4951-8771-f064eaef18d7" providerId="ADAL" clId="{3692512D-EB60-52B2-B470-FB68613B3048}" dt="2026-01-27T11:32:05.668" v="17875" actId="20577"/>
          <ac:spMkLst>
            <pc:docMk/>
            <pc:sldMk cId="3387277824" sldId="285"/>
            <ac:spMk id="5" creationId="{9981DF63-A735-BA9C-8F45-D1ECCF07DD6F}"/>
          </ac:spMkLst>
        </pc:spChg>
        <pc:spChg chg="add mod">
          <ac:chgData name="Griffin Farrow" userId="777ebddb-f7c7-4951-8771-f064eaef18d7" providerId="ADAL" clId="{3692512D-EB60-52B2-B470-FB68613B3048}" dt="2026-01-26T14:03:06.366" v="9337" actId="1076"/>
          <ac:spMkLst>
            <pc:docMk/>
            <pc:sldMk cId="3387277824" sldId="285"/>
            <ac:spMk id="8" creationId="{C930B904-B55C-B55F-579A-E4E89C2005B9}"/>
          </ac:spMkLst>
        </pc:spChg>
        <pc:spChg chg="add mod">
          <ac:chgData name="Griffin Farrow" userId="777ebddb-f7c7-4951-8771-f064eaef18d7" providerId="ADAL" clId="{3692512D-EB60-52B2-B470-FB68613B3048}" dt="2026-01-26T14:06:49.627" v="9587" actId="1076"/>
          <ac:spMkLst>
            <pc:docMk/>
            <pc:sldMk cId="3387277824" sldId="285"/>
            <ac:spMk id="9" creationId="{99D86455-B5A5-2B2B-6635-0E2E95F5BE07}"/>
          </ac:spMkLst>
        </pc:spChg>
        <pc:spChg chg="add mod">
          <ac:chgData name="Griffin Farrow" userId="777ebddb-f7c7-4951-8771-f064eaef18d7" providerId="ADAL" clId="{3692512D-EB60-52B2-B470-FB68613B3048}" dt="2026-01-26T14:06:52.629" v="9588" actId="1076"/>
          <ac:spMkLst>
            <pc:docMk/>
            <pc:sldMk cId="3387277824" sldId="285"/>
            <ac:spMk id="10" creationId="{19DC4424-A212-4794-AF30-A08A1861952F}"/>
          </ac:spMkLst>
        </pc:spChg>
        <pc:spChg chg="add mod">
          <ac:chgData name="Griffin Farrow" userId="777ebddb-f7c7-4951-8771-f064eaef18d7" providerId="ADAL" clId="{3692512D-EB60-52B2-B470-FB68613B3048}" dt="2026-01-26T14:06:54.354" v="9589" actId="1076"/>
          <ac:spMkLst>
            <pc:docMk/>
            <pc:sldMk cId="3387277824" sldId="285"/>
            <ac:spMk id="11" creationId="{E70665AD-0F95-2B29-6302-D03CBC7C1F90}"/>
          </ac:spMkLst>
        </pc:spChg>
        <pc:spChg chg="add mod">
          <ac:chgData name="Griffin Farrow" userId="777ebddb-f7c7-4951-8771-f064eaef18d7" providerId="ADAL" clId="{3692512D-EB60-52B2-B470-FB68613B3048}" dt="2026-01-26T14:07:39.732" v="9665" actId="207"/>
          <ac:spMkLst>
            <pc:docMk/>
            <pc:sldMk cId="3387277824" sldId="285"/>
            <ac:spMk id="12" creationId="{313F2302-7E06-EADC-6B59-34A7B0CDBA72}"/>
          </ac:spMkLst>
        </pc:spChg>
        <pc:spChg chg="add mod">
          <ac:chgData name="Griffin Farrow" userId="777ebddb-f7c7-4951-8771-f064eaef18d7" providerId="ADAL" clId="{3692512D-EB60-52B2-B470-FB68613B3048}" dt="2026-01-27T11:32:14.935" v="17895" actId="1076"/>
          <ac:spMkLst>
            <pc:docMk/>
            <pc:sldMk cId="3387277824" sldId="285"/>
            <ac:spMk id="13" creationId="{7D5CC1D6-6DB5-5524-86A7-5BB4E67FFA15}"/>
          </ac:spMkLst>
        </pc:spChg>
        <pc:spChg chg="add mod">
          <ac:chgData name="Griffin Farrow" userId="777ebddb-f7c7-4951-8771-f064eaef18d7" providerId="ADAL" clId="{3692512D-EB60-52B2-B470-FB68613B3048}" dt="2026-01-27T11:32:35.198" v="17917" actId="1076"/>
          <ac:spMkLst>
            <pc:docMk/>
            <pc:sldMk cId="3387277824" sldId="285"/>
            <ac:spMk id="14" creationId="{46FD12F1-FFEE-AEFA-7C12-40D381FE2734}"/>
          </ac:spMkLst>
        </pc:spChg>
        <pc:spChg chg="add mod">
          <ac:chgData name="Griffin Farrow" userId="777ebddb-f7c7-4951-8771-f064eaef18d7" providerId="ADAL" clId="{3692512D-EB60-52B2-B470-FB68613B3048}" dt="2026-01-26T14:03:06.366" v="9337" actId="1076"/>
          <ac:spMkLst>
            <pc:docMk/>
            <pc:sldMk cId="3387277824" sldId="285"/>
            <ac:spMk id="16" creationId="{AA65BEF5-126C-9B0F-57D1-6EF4C77B79CD}"/>
          </ac:spMkLst>
        </pc:spChg>
        <pc:spChg chg="add mod">
          <ac:chgData name="Griffin Farrow" userId="777ebddb-f7c7-4951-8771-f064eaef18d7" providerId="ADAL" clId="{3692512D-EB60-52B2-B470-FB68613B3048}" dt="2026-01-26T14:03:06.366" v="9337" actId="1076"/>
          <ac:spMkLst>
            <pc:docMk/>
            <pc:sldMk cId="3387277824" sldId="285"/>
            <ac:spMk id="17" creationId="{2EB6A411-36B6-5714-7842-1B4105BAF257}"/>
          </ac:spMkLst>
        </pc:spChg>
        <pc:spChg chg="add mod">
          <ac:chgData name="Griffin Farrow" userId="777ebddb-f7c7-4951-8771-f064eaef18d7" providerId="ADAL" clId="{3692512D-EB60-52B2-B470-FB68613B3048}" dt="2026-01-26T14:03:06.366" v="9337" actId="1076"/>
          <ac:spMkLst>
            <pc:docMk/>
            <pc:sldMk cId="3387277824" sldId="285"/>
            <ac:spMk id="18" creationId="{3F63D90B-7FCD-3F22-9E6B-5A49F7EAE1B1}"/>
          </ac:spMkLst>
        </pc:spChg>
        <pc:picChg chg="add mod">
          <ac:chgData name="Griffin Farrow" userId="777ebddb-f7c7-4951-8771-f064eaef18d7" providerId="ADAL" clId="{3692512D-EB60-52B2-B470-FB68613B3048}" dt="2026-01-27T11:32:32.219" v="17916" actId="1076"/>
          <ac:picMkLst>
            <pc:docMk/>
            <pc:sldMk cId="3387277824" sldId="285"/>
            <ac:picMk id="29" creationId="{F529D5BB-0203-73F6-FE64-D07903EE4E26}"/>
          </ac:picMkLst>
        </pc:picChg>
        <pc:cxnChg chg="add mod">
          <ac:chgData name="Griffin Farrow" userId="777ebddb-f7c7-4951-8771-f064eaef18d7" providerId="ADAL" clId="{3692512D-EB60-52B2-B470-FB68613B3048}" dt="2026-01-26T14:06:49.627" v="9587" actId="1076"/>
          <ac:cxnSpMkLst>
            <pc:docMk/>
            <pc:sldMk cId="3387277824" sldId="285"/>
            <ac:cxnSpMk id="20" creationId="{A38F3CBF-0064-F064-7E6D-DE7CF80A7D22}"/>
          </ac:cxnSpMkLst>
        </pc:cxnChg>
        <pc:cxnChg chg="add mod">
          <ac:chgData name="Griffin Farrow" userId="777ebddb-f7c7-4951-8771-f064eaef18d7" providerId="ADAL" clId="{3692512D-EB60-52B2-B470-FB68613B3048}" dt="2026-01-26T14:06:49.627" v="9587" actId="1076"/>
          <ac:cxnSpMkLst>
            <pc:docMk/>
            <pc:sldMk cId="3387277824" sldId="285"/>
            <ac:cxnSpMk id="22" creationId="{4945D0A1-27DC-8253-F806-D4F58A8E8CF9}"/>
          </ac:cxnSpMkLst>
        </pc:cxnChg>
        <pc:cxnChg chg="add mod">
          <ac:chgData name="Griffin Farrow" userId="777ebddb-f7c7-4951-8771-f064eaef18d7" providerId="ADAL" clId="{3692512D-EB60-52B2-B470-FB68613B3048}" dt="2026-01-26T14:06:49.627" v="9587" actId="1076"/>
          <ac:cxnSpMkLst>
            <pc:docMk/>
            <pc:sldMk cId="3387277824" sldId="285"/>
            <ac:cxnSpMk id="24" creationId="{7FE442A2-ACB1-BE58-D992-4B4E031B6D91}"/>
          </ac:cxnSpMkLst>
        </pc:cxnChg>
        <pc:cxnChg chg="add mod">
          <ac:chgData name="Griffin Farrow" userId="777ebddb-f7c7-4951-8771-f064eaef18d7" providerId="ADAL" clId="{3692512D-EB60-52B2-B470-FB68613B3048}" dt="2026-01-26T14:06:54.354" v="9589" actId="1076"/>
          <ac:cxnSpMkLst>
            <pc:docMk/>
            <pc:sldMk cId="3387277824" sldId="285"/>
            <ac:cxnSpMk id="34" creationId="{EC90F16E-71CA-9DCA-D531-C2DED920E1C4}"/>
          </ac:cxnSpMkLst>
        </pc:cxnChg>
        <pc:cxnChg chg="add mod">
          <ac:chgData name="Griffin Farrow" userId="777ebddb-f7c7-4951-8771-f064eaef18d7" providerId="ADAL" clId="{3692512D-EB60-52B2-B470-FB68613B3048}" dt="2026-01-26T14:07:15.647" v="9592" actId="1582"/>
          <ac:cxnSpMkLst>
            <pc:docMk/>
            <pc:sldMk cId="3387277824" sldId="285"/>
            <ac:cxnSpMk id="37" creationId="{D4CFB005-9A9C-FA88-B3AB-81559F8BD9FB}"/>
          </ac:cxnSpMkLst>
        </pc:cxnChg>
        <pc:cxnChg chg="add mod">
          <ac:chgData name="Griffin Farrow" userId="777ebddb-f7c7-4951-8771-f064eaef18d7" providerId="ADAL" clId="{3692512D-EB60-52B2-B470-FB68613B3048}" dt="2026-01-26T14:07:15.647" v="9592" actId="1582"/>
          <ac:cxnSpMkLst>
            <pc:docMk/>
            <pc:sldMk cId="3387277824" sldId="285"/>
            <ac:cxnSpMk id="40" creationId="{0A95954D-F61E-AE01-2BA3-26F1586579F9}"/>
          </ac:cxnSpMkLst>
        </pc:cxnChg>
        <pc:cxnChg chg="add mod">
          <ac:chgData name="Griffin Farrow" userId="777ebddb-f7c7-4951-8771-f064eaef18d7" providerId="ADAL" clId="{3692512D-EB60-52B2-B470-FB68613B3048}" dt="2026-01-26T14:07:15.647" v="9592" actId="1582"/>
          <ac:cxnSpMkLst>
            <pc:docMk/>
            <pc:sldMk cId="3387277824" sldId="285"/>
            <ac:cxnSpMk id="42" creationId="{7C3FB076-F45F-7294-77CB-A4ECB8F7F832}"/>
          </ac:cxnSpMkLst>
        </pc:cxnChg>
        <pc:cxnChg chg="add mod">
          <ac:chgData name="Griffin Farrow" userId="777ebddb-f7c7-4951-8771-f064eaef18d7" providerId="ADAL" clId="{3692512D-EB60-52B2-B470-FB68613B3048}" dt="2026-01-26T14:07:15.647" v="9592" actId="1582"/>
          <ac:cxnSpMkLst>
            <pc:docMk/>
            <pc:sldMk cId="3387277824" sldId="285"/>
            <ac:cxnSpMk id="44" creationId="{C148D562-8F9A-E109-CC59-5821E8F6B221}"/>
          </ac:cxnSpMkLst>
        </pc:cxnChg>
        <pc:cxnChg chg="add mod">
          <ac:chgData name="Griffin Farrow" userId="777ebddb-f7c7-4951-8771-f064eaef18d7" providerId="ADAL" clId="{3692512D-EB60-52B2-B470-FB68613B3048}" dt="2026-01-27T11:32:14.935" v="17895" actId="1076"/>
          <ac:cxnSpMkLst>
            <pc:docMk/>
            <pc:sldMk cId="3387277824" sldId="285"/>
            <ac:cxnSpMk id="46" creationId="{477BCEB1-F7D5-48E0-B50B-873F91869C99}"/>
          </ac:cxnSpMkLst>
        </pc:cxnChg>
        <pc:cxnChg chg="add mod">
          <ac:chgData name="Griffin Farrow" userId="777ebddb-f7c7-4951-8771-f064eaef18d7" providerId="ADAL" clId="{3692512D-EB60-52B2-B470-FB68613B3048}" dt="2026-01-27T11:32:32.219" v="17916" actId="1076"/>
          <ac:cxnSpMkLst>
            <pc:docMk/>
            <pc:sldMk cId="3387277824" sldId="285"/>
            <ac:cxnSpMk id="48" creationId="{7EB4402F-BE44-D1F6-2FE9-C89B01B57D21}"/>
          </ac:cxnSpMkLst>
        </pc:cxnChg>
      </pc:sldChg>
      <pc:sldChg chg="modSp new mod ord">
        <pc:chgData name="Griffin Farrow" userId="777ebddb-f7c7-4951-8771-f064eaef18d7" providerId="ADAL" clId="{3692512D-EB60-52B2-B470-FB68613B3048}" dt="2026-01-27T17:46:02.608" v="24810" actId="20577"/>
        <pc:sldMkLst>
          <pc:docMk/>
          <pc:sldMk cId="1063613429" sldId="287"/>
        </pc:sldMkLst>
        <pc:spChg chg="mod">
          <ac:chgData name="Griffin Farrow" userId="777ebddb-f7c7-4951-8771-f064eaef18d7" providerId="ADAL" clId="{3692512D-EB60-52B2-B470-FB68613B3048}" dt="2026-01-26T14:14:13.780" v="10529" actId="20577"/>
          <ac:spMkLst>
            <pc:docMk/>
            <pc:sldMk cId="1063613429" sldId="287"/>
            <ac:spMk id="2" creationId="{DB2DC7CF-398F-659C-019C-C61CB590AE0F}"/>
          </ac:spMkLst>
        </pc:spChg>
        <pc:spChg chg="mod">
          <ac:chgData name="Griffin Farrow" userId="777ebddb-f7c7-4951-8771-f064eaef18d7" providerId="ADAL" clId="{3692512D-EB60-52B2-B470-FB68613B3048}" dt="2026-01-27T17:46:02.608" v="24810" actId="20577"/>
          <ac:spMkLst>
            <pc:docMk/>
            <pc:sldMk cId="1063613429" sldId="287"/>
            <ac:spMk id="3" creationId="{6800262C-5F89-8839-F5BD-F7D8B368149F}"/>
          </ac:spMkLst>
        </pc:spChg>
      </pc:sldChg>
      <pc:sldChg chg="addSp modSp new mod ord">
        <pc:chgData name="Griffin Farrow" userId="777ebddb-f7c7-4951-8771-f064eaef18d7" providerId="ADAL" clId="{3692512D-EB60-52B2-B470-FB68613B3048}" dt="2026-01-27T11:22:01.502" v="15261" actId="20578"/>
        <pc:sldMkLst>
          <pc:docMk/>
          <pc:sldMk cId="299944888" sldId="288"/>
        </pc:sldMkLst>
        <pc:spChg chg="mod">
          <ac:chgData name="Griffin Farrow" userId="777ebddb-f7c7-4951-8771-f064eaef18d7" providerId="ADAL" clId="{3692512D-EB60-52B2-B470-FB68613B3048}" dt="2026-01-26T14:30:29.868" v="10548" actId="20577"/>
          <ac:spMkLst>
            <pc:docMk/>
            <pc:sldMk cId="299944888" sldId="288"/>
            <ac:spMk id="2" creationId="{D34A08C3-FFC1-B2A6-24FC-92A460A2C0B4}"/>
          </ac:spMkLst>
        </pc:spChg>
        <pc:spChg chg="mod">
          <ac:chgData name="Griffin Farrow" userId="777ebddb-f7c7-4951-8771-f064eaef18d7" providerId="ADAL" clId="{3692512D-EB60-52B2-B470-FB68613B3048}" dt="2026-01-26T14:51:12.861" v="11320" actId="14100"/>
          <ac:spMkLst>
            <pc:docMk/>
            <pc:sldMk cId="299944888" sldId="288"/>
            <ac:spMk id="3" creationId="{46A04341-0A35-F612-A7D5-BEA31995FA5C}"/>
          </ac:spMkLst>
        </pc:spChg>
        <pc:picChg chg="add mod">
          <ac:chgData name="Griffin Farrow" userId="777ebddb-f7c7-4951-8771-f064eaef18d7" providerId="ADAL" clId="{3692512D-EB60-52B2-B470-FB68613B3048}" dt="2026-01-26T14:51:50.106" v="11332" actId="1076"/>
          <ac:picMkLst>
            <pc:docMk/>
            <pc:sldMk cId="299944888" sldId="288"/>
            <ac:picMk id="8" creationId="{B7301A0C-A7B8-524D-7600-9751837F549F}"/>
          </ac:picMkLst>
        </pc:picChg>
        <pc:picChg chg="add mod">
          <ac:chgData name="Griffin Farrow" userId="777ebddb-f7c7-4951-8771-f064eaef18d7" providerId="ADAL" clId="{3692512D-EB60-52B2-B470-FB68613B3048}" dt="2026-01-26T14:51:50.106" v="11332" actId="1076"/>
          <ac:picMkLst>
            <pc:docMk/>
            <pc:sldMk cId="299944888" sldId="288"/>
            <ac:picMk id="10" creationId="{C2DF7859-A2A8-173F-C70C-94EF9F9CBA79}"/>
          </ac:picMkLst>
        </pc:picChg>
      </pc:sldChg>
      <pc:sldChg chg="modSp new mod">
        <pc:chgData name="Griffin Farrow" userId="777ebddb-f7c7-4951-8771-f064eaef18d7" providerId="ADAL" clId="{3692512D-EB60-52B2-B470-FB68613B3048}" dt="2026-01-27T11:01:43.321" v="12941" actId="20577"/>
        <pc:sldMkLst>
          <pc:docMk/>
          <pc:sldMk cId="1973498210" sldId="289"/>
        </pc:sldMkLst>
        <pc:spChg chg="mod">
          <ac:chgData name="Griffin Farrow" userId="777ebddb-f7c7-4951-8771-f064eaef18d7" providerId="ADAL" clId="{3692512D-EB60-52B2-B470-FB68613B3048}" dt="2026-01-26T15:14:19.779" v="11710" actId="20577"/>
          <ac:spMkLst>
            <pc:docMk/>
            <pc:sldMk cId="1973498210" sldId="289"/>
            <ac:spMk id="2" creationId="{433152ED-A2F3-B08F-5ED5-482B4B94A65D}"/>
          </ac:spMkLst>
        </pc:spChg>
        <pc:spChg chg="mod">
          <ac:chgData name="Griffin Farrow" userId="777ebddb-f7c7-4951-8771-f064eaef18d7" providerId="ADAL" clId="{3692512D-EB60-52B2-B470-FB68613B3048}" dt="2026-01-27T11:01:43.321" v="12941" actId="20577"/>
          <ac:spMkLst>
            <pc:docMk/>
            <pc:sldMk cId="1973498210" sldId="289"/>
            <ac:spMk id="3" creationId="{17762AA2-787A-CAA3-EBC4-C765CF048C30}"/>
          </ac:spMkLst>
        </pc:spChg>
      </pc:sldChg>
      <pc:sldChg chg="modSp new mod">
        <pc:chgData name="Griffin Farrow" userId="777ebddb-f7c7-4951-8771-f064eaef18d7" providerId="ADAL" clId="{3692512D-EB60-52B2-B470-FB68613B3048}" dt="2026-01-27T11:03:57.069" v="13433" actId="20577"/>
        <pc:sldMkLst>
          <pc:docMk/>
          <pc:sldMk cId="1484410255" sldId="290"/>
        </pc:sldMkLst>
        <pc:spChg chg="mod">
          <ac:chgData name="Griffin Farrow" userId="777ebddb-f7c7-4951-8771-f064eaef18d7" providerId="ADAL" clId="{3692512D-EB60-52B2-B470-FB68613B3048}" dt="2026-01-27T11:03:57.069" v="13433" actId="20577"/>
          <ac:spMkLst>
            <pc:docMk/>
            <pc:sldMk cId="1484410255" sldId="290"/>
            <ac:spMk id="2" creationId="{8A732914-C074-8B8D-4752-B2CA848E05C9}"/>
          </ac:spMkLst>
        </pc:spChg>
        <pc:spChg chg="mod">
          <ac:chgData name="Griffin Farrow" userId="777ebddb-f7c7-4951-8771-f064eaef18d7" providerId="ADAL" clId="{3692512D-EB60-52B2-B470-FB68613B3048}" dt="2026-01-27T11:03:09.228" v="13394" actId="14100"/>
          <ac:spMkLst>
            <pc:docMk/>
            <pc:sldMk cId="1484410255" sldId="290"/>
            <ac:spMk id="3" creationId="{8F506C28-FC09-2E6B-7411-BFF030CD2E24}"/>
          </ac:spMkLst>
        </pc:spChg>
      </pc:sldChg>
      <pc:sldChg chg="modSp new mod">
        <pc:chgData name="Griffin Farrow" userId="777ebddb-f7c7-4951-8771-f064eaef18d7" providerId="ADAL" clId="{3692512D-EB60-52B2-B470-FB68613B3048}" dt="2026-01-29T17:10:54.969" v="27740" actId="20577"/>
        <pc:sldMkLst>
          <pc:docMk/>
          <pc:sldMk cId="390268793" sldId="291"/>
        </pc:sldMkLst>
        <pc:spChg chg="mod">
          <ac:chgData name="Griffin Farrow" userId="777ebddb-f7c7-4951-8771-f064eaef18d7" providerId="ADAL" clId="{3692512D-EB60-52B2-B470-FB68613B3048}" dt="2026-01-27T11:04:13.251" v="13532" actId="20577"/>
          <ac:spMkLst>
            <pc:docMk/>
            <pc:sldMk cId="390268793" sldId="291"/>
            <ac:spMk id="2" creationId="{F4433805-040B-6842-4F5B-918BB4F034BD}"/>
          </ac:spMkLst>
        </pc:spChg>
        <pc:spChg chg="mod">
          <ac:chgData name="Griffin Farrow" userId="777ebddb-f7c7-4951-8771-f064eaef18d7" providerId="ADAL" clId="{3692512D-EB60-52B2-B470-FB68613B3048}" dt="2026-01-29T17:10:54.969" v="27740" actId="20577"/>
          <ac:spMkLst>
            <pc:docMk/>
            <pc:sldMk cId="390268793" sldId="291"/>
            <ac:spMk id="3" creationId="{B1502AC9-E887-EC8D-2AD6-5C372D8F0E1A}"/>
          </ac:spMkLst>
        </pc:spChg>
      </pc:sldChg>
      <pc:sldChg chg="modSp new mod ord">
        <pc:chgData name="Griffin Farrow" userId="777ebddb-f7c7-4951-8771-f064eaef18d7" providerId="ADAL" clId="{3692512D-EB60-52B2-B470-FB68613B3048}" dt="2026-01-27T11:09:05.285" v="14509" actId="20577"/>
        <pc:sldMkLst>
          <pc:docMk/>
          <pc:sldMk cId="3370201451" sldId="292"/>
        </pc:sldMkLst>
        <pc:spChg chg="mod">
          <ac:chgData name="Griffin Farrow" userId="777ebddb-f7c7-4951-8771-f064eaef18d7" providerId="ADAL" clId="{3692512D-EB60-52B2-B470-FB68613B3048}" dt="2026-01-27T11:04:22.673" v="13561" actId="20577"/>
          <ac:spMkLst>
            <pc:docMk/>
            <pc:sldMk cId="3370201451" sldId="292"/>
            <ac:spMk id="2" creationId="{06787467-93AC-44D0-6DEB-88E4356425E9}"/>
          </ac:spMkLst>
        </pc:spChg>
        <pc:spChg chg="mod">
          <ac:chgData name="Griffin Farrow" userId="777ebddb-f7c7-4951-8771-f064eaef18d7" providerId="ADAL" clId="{3692512D-EB60-52B2-B470-FB68613B3048}" dt="2026-01-27T11:09:05.285" v="14509" actId="20577"/>
          <ac:spMkLst>
            <pc:docMk/>
            <pc:sldMk cId="3370201451" sldId="292"/>
            <ac:spMk id="3" creationId="{2F8E693E-40E7-DA24-22B0-CBE31F876AA1}"/>
          </ac:spMkLst>
        </pc:spChg>
      </pc:sldChg>
      <pc:sldChg chg="modSp new mod">
        <pc:chgData name="Griffin Farrow" userId="777ebddb-f7c7-4951-8771-f064eaef18d7" providerId="ADAL" clId="{3692512D-EB60-52B2-B470-FB68613B3048}" dt="2026-01-27T11:21:45.014" v="15260" actId="20577"/>
        <pc:sldMkLst>
          <pc:docMk/>
          <pc:sldMk cId="4180596594" sldId="293"/>
        </pc:sldMkLst>
        <pc:spChg chg="mod">
          <ac:chgData name="Griffin Farrow" userId="777ebddb-f7c7-4951-8771-f064eaef18d7" providerId="ADAL" clId="{3692512D-EB60-52B2-B470-FB68613B3048}" dt="2026-01-27T11:09:10.135" v="14536" actId="20577"/>
          <ac:spMkLst>
            <pc:docMk/>
            <pc:sldMk cId="4180596594" sldId="293"/>
            <ac:spMk id="2" creationId="{8BE864A3-C15D-955C-CACC-2A996DE9B354}"/>
          </ac:spMkLst>
        </pc:spChg>
        <pc:spChg chg="mod">
          <ac:chgData name="Griffin Farrow" userId="777ebddb-f7c7-4951-8771-f064eaef18d7" providerId="ADAL" clId="{3692512D-EB60-52B2-B470-FB68613B3048}" dt="2026-01-27T11:21:45.014" v="15260" actId="20577"/>
          <ac:spMkLst>
            <pc:docMk/>
            <pc:sldMk cId="4180596594" sldId="293"/>
            <ac:spMk id="3" creationId="{12855E59-BF9D-69CB-9149-CDF47FE6D5E0}"/>
          </ac:spMkLst>
        </pc:spChg>
      </pc:sldChg>
      <pc:sldChg chg="addSp delSp modSp new mod">
        <pc:chgData name="Griffin Farrow" userId="777ebddb-f7c7-4951-8771-f064eaef18d7" providerId="ADAL" clId="{3692512D-EB60-52B2-B470-FB68613B3048}" dt="2026-01-27T16:25:24.643" v="22997" actId="20577"/>
        <pc:sldMkLst>
          <pc:docMk/>
          <pc:sldMk cId="2784943391" sldId="294"/>
        </pc:sldMkLst>
        <pc:spChg chg="mod">
          <ac:chgData name="Griffin Farrow" userId="777ebddb-f7c7-4951-8771-f064eaef18d7" providerId="ADAL" clId="{3692512D-EB60-52B2-B470-FB68613B3048}" dt="2026-01-27T11:22:49.178" v="15274" actId="20577"/>
          <ac:spMkLst>
            <pc:docMk/>
            <pc:sldMk cId="2784943391" sldId="294"/>
            <ac:spMk id="2" creationId="{5C0DD7C0-B51D-2978-02B4-32BC7DCAA9EF}"/>
          </ac:spMkLst>
        </pc:spChg>
        <pc:spChg chg="mod">
          <ac:chgData name="Griffin Farrow" userId="777ebddb-f7c7-4951-8771-f064eaef18d7" providerId="ADAL" clId="{3692512D-EB60-52B2-B470-FB68613B3048}" dt="2026-01-27T16:25:24.643" v="22997" actId="20577"/>
          <ac:spMkLst>
            <pc:docMk/>
            <pc:sldMk cId="2784943391" sldId="294"/>
            <ac:spMk id="3" creationId="{B92E60EF-D885-F7CB-3901-9F008660886E}"/>
          </ac:spMkLst>
        </pc:spChg>
        <pc:picChg chg="add mod">
          <ac:chgData name="Griffin Farrow" userId="777ebddb-f7c7-4951-8771-f064eaef18d7" providerId="ADAL" clId="{3692512D-EB60-52B2-B470-FB68613B3048}" dt="2026-01-27T16:25:14.017" v="22990" actId="1076"/>
          <ac:picMkLst>
            <pc:docMk/>
            <pc:sldMk cId="2784943391" sldId="294"/>
            <ac:picMk id="1026" creationId="{89B1502E-0D7C-1779-9FDE-0A03D9E83C45}"/>
          </ac:picMkLst>
        </pc:picChg>
      </pc:sldChg>
      <pc:sldChg chg="modSp new mod">
        <pc:chgData name="Griffin Farrow" userId="777ebddb-f7c7-4951-8771-f064eaef18d7" providerId="ADAL" clId="{3692512D-EB60-52B2-B470-FB68613B3048}" dt="2026-01-27T11:56:36.384" v="18329" actId="5793"/>
        <pc:sldMkLst>
          <pc:docMk/>
          <pc:sldMk cId="46151136" sldId="295"/>
        </pc:sldMkLst>
        <pc:spChg chg="mod">
          <ac:chgData name="Griffin Farrow" userId="777ebddb-f7c7-4951-8771-f064eaef18d7" providerId="ADAL" clId="{3692512D-EB60-52B2-B470-FB68613B3048}" dt="2026-01-27T11:26:38.006" v="16064" actId="20577"/>
          <ac:spMkLst>
            <pc:docMk/>
            <pc:sldMk cId="46151136" sldId="295"/>
            <ac:spMk id="2" creationId="{AEBF8094-199C-CBC9-55F7-C49890488CB2}"/>
          </ac:spMkLst>
        </pc:spChg>
        <pc:spChg chg="mod">
          <ac:chgData name="Griffin Farrow" userId="777ebddb-f7c7-4951-8771-f064eaef18d7" providerId="ADAL" clId="{3692512D-EB60-52B2-B470-FB68613B3048}" dt="2026-01-27T11:56:36.384" v="18329" actId="5793"/>
          <ac:spMkLst>
            <pc:docMk/>
            <pc:sldMk cId="46151136" sldId="295"/>
            <ac:spMk id="3" creationId="{BE023021-CDA5-F59F-084D-85511554AFC2}"/>
          </ac:spMkLst>
        </pc:spChg>
      </pc:sldChg>
      <pc:sldChg chg="modSp new mod">
        <pc:chgData name="Griffin Farrow" userId="777ebddb-f7c7-4951-8771-f064eaef18d7" providerId="ADAL" clId="{3692512D-EB60-52B2-B470-FB68613B3048}" dt="2026-01-27T17:12:36.273" v="24514" actId="20577"/>
        <pc:sldMkLst>
          <pc:docMk/>
          <pc:sldMk cId="4089147786" sldId="296"/>
        </pc:sldMkLst>
        <pc:spChg chg="mod">
          <ac:chgData name="Griffin Farrow" userId="777ebddb-f7c7-4951-8771-f064eaef18d7" providerId="ADAL" clId="{3692512D-EB60-52B2-B470-FB68613B3048}" dt="2026-01-27T11:54:58.956" v="17991" actId="20577"/>
          <ac:spMkLst>
            <pc:docMk/>
            <pc:sldMk cId="4089147786" sldId="296"/>
            <ac:spMk id="2" creationId="{D999E06F-CEDA-06D4-69C1-0FFBC4EF671E}"/>
          </ac:spMkLst>
        </pc:spChg>
        <pc:spChg chg="mod">
          <ac:chgData name="Griffin Farrow" userId="777ebddb-f7c7-4951-8771-f064eaef18d7" providerId="ADAL" clId="{3692512D-EB60-52B2-B470-FB68613B3048}" dt="2026-01-27T17:12:36.273" v="24514" actId="20577"/>
          <ac:spMkLst>
            <pc:docMk/>
            <pc:sldMk cId="4089147786" sldId="296"/>
            <ac:spMk id="3" creationId="{28D5393E-F6EB-BB3A-E929-46A15F7C1E5B}"/>
          </ac:spMkLst>
        </pc:spChg>
      </pc:sldChg>
      <pc:sldChg chg="modSp new mod">
        <pc:chgData name="Griffin Farrow" userId="777ebddb-f7c7-4951-8771-f064eaef18d7" providerId="ADAL" clId="{3692512D-EB60-52B2-B470-FB68613B3048}" dt="2026-01-27T11:31:43.987" v="17849" actId="5793"/>
        <pc:sldMkLst>
          <pc:docMk/>
          <pc:sldMk cId="3749077427" sldId="297"/>
        </pc:sldMkLst>
        <pc:spChg chg="mod">
          <ac:chgData name="Griffin Farrow" userId="777ebddb-f7c7-4951-8771-f064eaef18d7" providerId="ADAL" clId="{3692512D-EB60-52B2-B470-FB68613B3048}" dt="2026-01-27T11:30:26.760" v="17367" actId="20577"/>
          <ac:spMkLst>
            <pc:docMk/>
            <pc:sldMk cId="3749077427" sldId="297"/>
            <ac:spMk id="2" creationId="{BB660065-3540-C4A3-CB9E-CB638A21D782}"/>
          </ac:spMkLst>
        </pc:spChg>
        <pc:spChg chg="mod">
          <ac:chgData name="Griffin Farrow" userId="777ebddb-f7c7-4951-8771-f064eaef18d7" providerId="ADAL" clId="{3692512D-EB60-52B2-B470-FB68613B3048}" dt="2026-01-27T11:31:43.987" v="17849" actId="5793"/>
          <ac:spMkLst>
            <pc:docMk/>
            <pc:sldMk cId="3749077427" sldId="297"/>
            <ac:spMk id="3" creationId="{3E8093FF-077D-902A-5FDB-EFAD04CC6475}"/>
          </ac:spMkLst>
        </pc:spChg>
      </pc:sldChg>
      <pc:sldChg chg="addSp delSp modSp new mod">
        <pc:chgData name="Griffin Farrow" userId="777ebddb-f7c7-4951-8771-f064eaef18d7" providerId="ADAL" clId="{3692512D-EB60-52B2-B470-FB68613B3048}" dt="2026-01-27T16:26:59.294" v="23090" actId="20577"/>
        <pc:sldMkLst>
          <pc:docMk/>
          <pc:sldMk cId="1336563992" sldId="298"/>
        </pc:sldMkLst>
        <pc:spChg chg="mod">
          <ac:chgData name="Griffin Farrow" userId="777ebddb-f7c7-4951-8771-f064eaef18d7" providerId="ADAL" clId="{3692512D-EB60-52B2-B470-FB68613B3048}" dt="2026-01-27T11:32:54.583" v="17947" actId="20577"/>
          <ac:spMkLst>
            <pc:docMk/>
            <pc:sldMk cId="1336563992" sldId="298"/>
            <ac:spMk id="2" creationId="{61676068-B19B-641E-2526-27162468472E}"/>
          </ac:spMkLst>
        </pc:spChg>
        <pc:spChg chg="mod">
          <ac:chgData name="Griffin Farrow" userId="777ebddb-f7c7-4951-8771-f064eaef18d7" providerId="ADAL" clId="{3692512D-EB60-52B2-B470-FB68613B3048}" dt="2026-01-27T16:26:59.294" v="23090" actId="20577"/>
          <ac:spMkLst>
            <pc:docMk/>
            <pc:sldMk cId="1336563992" sldId="298"/>
            <ac:spMk id="3" creationId="{81661114-7EC2-71F6-69B5-05BB33800BB1}"/>
          </ac:spMkLst>
        </pc:spChg>
      </pc:sldChg>
      <pc:sldChg chg="addSp delSp modSp new mod">
        <pc:chgData name="Griffin Farrow" userId="777ebddb-f7c7-4951-8771-f064eaef18d7" providerId="ADAL" clId="{3692512D-EB60-52B2-B470-FB68613B3048}" dt="2026-01-27T15:22:58.910" v="21396" actId="1076"/>
        <pc:sldMkLst>
          <pc:docMk/>
          <pc:sldMk cId="844398533" sldId="299"/>
        </pc:sldMkLst>
        <pc:spChg chg="mod">
          <ac:chgData name="Griffin Farrow" userId="777ebddb-f7c7-4951-8771-f064eaef18d7" providerId="ADAL" clId="{3692512D-EB60-52B2-B470-FB68613B3048}" dt="2026-01-27T11:59:45.695" v="19131" actId="20577"/>
          <ac:spMkLst>
            <pc:docMk/>
            <pc:sldMk cId="844398533" sldId="299"/>
            <ac:spMk id="2" creationId="{3F5642C6-3E60-0FEB-DE1D-B513DAA4F21A}"/>
          </ac:spMkLst>
        </pc:spChg>
        <pc:spChg chg="add mod">
          <ac:chgData name="Griffin Farrow" userId="777ebddb-f7c7-4951-8771-f064eaef18d7" providerId="ADAL" clId="{3692512D-EB60-52B2-B470-FB68613B3048}" dt="2026-01-27T15:21:45.894" v="21391" actId="207"/>
          <ac:spMkLst>
            <pc:docMk/>
            <pc:sldMk cId="844398533" sldId="299"/>
            <ac:spMk id="7" creationId="{6A8797B3-715E-592A-1680-5D243AE7D506}"/>
          </ac:spMkLst>
        </pc:spChg>
        <pc:picChg chg="add mod">
          <ac:chgData name="Griffin Farrow" userId="777ebddb-f7c7-4951-8771-f064eaef18d7" providerId="ADAL" clId="{3692512D-EB60-52B2-B470-FB68613B3048}" dt="2026-01-27T15:22:58.910" v="21396" actId="1076"/>
          <ac:picMkLst>
            <pc:docMk/>
            <pc:sldMk cId="844398533" sldId="299"/>
            <ac:picMk id="9" creationId="{75540BB7-F80E-CF7C-24ED-27FD6D4D2005}"/>
          </ac:picMkLst>
        </pc:picChg>
      </pc:sldChg>
      <pc:sldChg chg="modSp add mod">
        <pc:chgData name="Griffin Farrow" userId="777ebddb-f7c7-4951-8771-f064eaef18d7" providerId="ADAL" clId="{3692512D-EB60-52B2-B470-FB68613B3048}" dt="2026-01-27T12:02:01.808" v="19497" actId="20577"/>
        <pc:sldMkLst>
          <pc:docMk/>
          <pc:sldMk cId="1126584947" sldId="301"/>
        </pc:sldMkLst>
        <pc:spChg chg="mod">
          <ac:chgData name="Griffin Farrow" userId="777ebddb-f7c7-4951-8771-f064eaef18d7" providerId="ADAL" clId="{3692512D-EB60-52B2-B470-FB68613B3048}" dt="2026-01-27T12:02:01.808" v="19497" actId="20577"/>
          <ac:spMkLst>
            <pc:docMk/>
            <pc:sldMk cId="1126584947" sldId="301"/>
            <ac:spMk id="3" creationId="{5D83E84A-3CD2-3912-19C8-88BD68495AA0}"/>
          </ac:spMkLst>
        </pc:spChg>
      </pc:sldChg>
      <pc:sldChg chg="modSp add mod">
        <pc:chgData name="Griffin Farrow" userId="777ebddb-f7c7-4951-8771-f064eaef18d7" providerId="ADAL" clId="{3692512D-EB60-52B2-B470-FB68613B3048}" dt="2026-01-27T12:05:01.640" v="19762" actId="20577"/>
        <pc:sldMkLst>
          <pc:docMk/>
          <pc:sldMk cId="732621283" sldId="302"/>
        </pc:sldMkLst>
        <pc:spChg chg="mod">
          <ac:chgData name="Griffin Farrow" userId="777ebddb-f7c7-4951-8771-f064eaef18d7" providerId="ADAL" clId="{3692512D-EB60-52B2-B470-FB68613B3048}" dt="2026-01-27T12:05:01.640" v="19762" actId="20577"/>
          <ac:spMkLst>
            <pc:docMk/>
            <pc:sldMk cId="732621283" sldId="302"/>
            <ac:spMk id="3" creationId="{25C45133-A382-F93B-CD72-41ED44B6E9CD}"/>
          </ac:spMkLst>
        </pc:spChg>
      </pc:sldChg>
      <pc:sldChg chg="modSp add mod">
        <pc:chgData name="Griffin Farrow" userId="777ebddb-f7c7-4951-8771-f064eaef18d7" providerId="ADAL" clId="{3692512D-EB60-52B2-B470-FB68613B3048}" dt="2026-01-27T12:05:39.794" v="19966" actId="20577"/>
        <pc:sldMkLst>
          <pc:docMk/>
          <pc:sldMk cId="3460075473" sldId="303"/>
        </pc:sldMkLst>
        <pc:spChg chg="mod">
          <ac:chgData name="Griffin Farrow" userId="777ebddb-f7c7-4951-8771-f064eaef18d7" providerId="ADAL" clId="{3692512D-EB60-52B2-B470-FB68613B3048}" dt="2026-01-27T12:05:39.794" v="19966" actId="20577"/>
          <ac:spMkLst>
            <pc:docMk/>
            <pc:sldMk cId="3460075473" sldId="303"/>
            <ac:spMk id="3" creationId="{33CC2EEE-E530-1D8B-851B-A985C2842A02}"/>
          </ac:spMkLst>
        </pc:spChg>
      </pc:sldChg>
      <pc:sldChg chg="modSp new mod">
        <pc:chgData name="Griffin Farrow" userId="777ebddb-f7c7-4951-8771-f064eaef18d7" providerId="ADAL" clId="{3692512D-EB60-52B2-B470-FB68613B3048}" dt="2026-01-27T12:07:50.851" v="20836" actId="20577"/>
        <pc:sldMkLst>
          <pc:docMk/>
          <pc:sldMk cId="2126156250" sldId="304"/>
        </pc:sldMkLst>
        <pc:spChg chg="mod">
          <ac:chgData name="Griffin Farrow" userId="777ebddb-f7c7-4951-8771-f064eaef18d7" providerId="ADAL" clId="{3692512D-EB60-52B2-B470-FB68613B3048}" dt="2026-01-27T12:05:44.710" v="19991" actId="20577"/>
          <ac:spMkLst>
            <pc:docMk/>
            <pc:sldMk cId="2126156250" sldId="304"/>
            <ac:spMk id="2" creationId="{3230F93A-EC48-CF93-776D-863ACFCC6C13}"/>
          </ac:spMkLst>
        </pc:spChg>
        <pc:spChg chg="mod">
          <ac:chgData name="Griffin Farrow" userId="777ebddb-f7c7-4951-8771-f064eaef18d7" providerId="ADAL" clId="{3692512D-EB60-52B2-B470-FB68613B3048}" dt="2026-01-27T12:07:50.851" v="20836" actId="20577"/>
          <ac:spMkLst>
            <pc:docMk/>
            <pc:sldMk cId="2126156250" sldId="304"/>
            <ac:spMk id="3" creationId="{CD854A64-318A-BDBE-66D6-2E38123909B1}"/>
          </ac:spMkLst>
        </pc:spChg>
      </pc:sldChg>
      <pc:sldChg chg="delSp modSp new mod">
        <pc:chgData name="Griffin Farrow" userId="777ebddb-f7c7-4951-8771-f064eaef18d7" providerId="ADAL" clId="{3692512D-EB60-52B2-B470-FB68613B3048}" dt="2026-01-27T17:06:03.120" v="24507" actId="478"/>
        <pc:sldMkLst>
          <pc:docMk/>
          <pc:sldMk cId="1841656082" sldId="305"/>
        </pc:sldMkLst>
        <pc:spChg chg="mod">
          <ac:chgData name="Griffin Farrow" userId="777ebddb-f7c7-4951-8771-f064eaef18d7" providerId="ADAL" clId="{3692512D-EB60-52B2-B470-FB68613B3048}" dt="2026-01-27T17:06:01.376" v="24506" actId="20577"/>
          <ac:spMkLst>
            <pc:docMk/>
            <pc:sldMk cId="1841656082" sldId="305"/>
            <ac:spMk id="2" creationId="{4B5B4CCF-816E-F8BB-69B1-18469741523B}"/>
          </ac:spMkLst>
        </pc:spChg>
      </pc:sldChg>
      <pc:sldChg chg="addSp delSp modSp new mod">
        <pc:chgData name="Griffin Farrow" userId="777ebddb-f7c7-4951-8771-f064eaef18d7" providerId="ADAL" clId="{3692512D-EB60-52B2-B470-FB68613B3048}" dt="2026-01-27T17:39:41.187" v="24768" actId="20577"/>
        <pc:sldMkLst>
          <pc:docMk/>
          <pc:sldMk cId="536191936" sldId="306"/>
        </pc:sldMkLst>
        <pc:spChg chg="mod">
          <ac:chgData name="Griffin Farrow" userId="777ebddb-f7c7-4951-8771-f064eaef18d7" providerId="ADAL" clId="{3692512D-EB60-52B2-B470-FB68613B3048}" dt="2026-01-27T14:39:12.368" v="20848" actId="20577"/>
          <ac:spMkLst>
            <pc:docMk/>
            <pc:sldMk cId="536191936" sldId="306"/>
            <ac:spMk id="2" creationId="{F1A682F2-596C-4ABB-4237-159FD0180B88}"/>
          </ac:spMkLst>
        </pc:spChg>
        <pc:spChg chg="add mod">
          <ac:chgData name="Griffin Farrow" userId="777ebddb-f7c7-4951-8771-f064eaef18d7" providerId="ADAL" clId="{3692512D-EB60-52B2-B470-FB68613B3048}" dt="2026-01-27T17:39:41.187" v="24768" actId="20577"/>
          <ac:spMkLst>
            <pc:docMk/>
            <pc:sldMk cId="536191936" sldId="306"/>
            <ac:spMk id="13" creationId="{2CAE9B14-BB6F-119A-9EAA-74F8805D16EE}"/>
          </ac:spMkLst>
        </pc:spChg>
        <pc:picChg chg="add mod">
          <ac:chgData name="Griffin Farrow" userId="777ebddb-f7c7-4951-8771-f064eaef18d7" providerId="ADAL" clId="{3692512D-EB60-52B2-B470-FB68613B3048}" dt="2026-01-27T17:38:48.307" v="24735" actId="167"/>
          <ac:picMkLst>
            <pc:docMk/>
            <pc:sldMk cId="536191936" sldId="306"/>
            <ac:picMk id="10" creationId="{FAA1411E-69BF-1FBD-A2AA-549B1738A1AF}"/>
          </ac:picMkLst>
        </pc:picChg>
        <pc:picChg chg="add mod">
          <ac:chgData name="Griffin Farrow" userId="777ebddb-f7c7-4951-8771-f064eaef18d7" providerId="ADAL" clId="{3692512D-EB60-52B2-B470-FB68613B3048}" dt="2026-01-27T17:39:08.993" v="24739" actId="1076"/>
          <ac:picMkLst>
            <pc:docMk/>
            <pc:sldMk cId="536191936" sldId="306"/>
            <ac:picMk id="12" creationId="{682A4943-42A5-AD79-299E-6F5858FED517}"/>
          </ac:picMkLst>
        </pc:picChg>
      </pc:sldChg>
      <pc:sldChg chg="addSp delSp modSp add mod">
        <pc:chgData name="Griffin Farrow" userId="777ebddb-f7c7-4951-8771-f064eaef18d7" providerId="ADAL" clId="{3692512D-EB60-52B2-B470-FB68613B3048}" dt="2026-01-27T15:46:03.526" v="21677" actId="20577"/>
        <pc:sldMkLst>
          <pc:docMk/>
          <pc:sldMk cId="3858942697" sldId="307"/>
        </pc:sldMkLst>
        <pc:spChg chg="add mod">
          <ac:chgData name="Griffin Farrow" userId="777ebddb-f7c7-4951-8771-f064eaef18d7" providerId="ADAL" clId="{3692512D-EB60-52B2-B470-FB68613B3048}" dt="2026-01-27T15:42:09.511" v="21495" actId="1076"/>
          <ac:spMkLst>
            <pc:docMk/>
            <pc:sldMk cId="3858942697" sldId="307"/>
            <ac:spMk id="3" creationId="{B66E2AD1-4021-7FC8-82CF-AEE21A5E660B}"/>
          </ac:spMkLst>
        </pc:spChg>
        <pc:spChg chg="add mod">
          <ac:chgData name="Griffin Farrow" userId="777ebddb-f7c7-4951-8771-f064eaef18d7" providerId="ADAL" clId="{3692512D-EB60-52B2-B470-FB68613B3048}" dt="2026-01-27T15:46:03.526" v="21677" actId="20577"/>
          <ac:spMkLst>
            <pc:docMk/>
            <pc:sldMk cId="3858942697" sldId="307"/>
            <ac:spMk id="13" creationId="{614290F5-C681-54DA-2892-B6788F004039}"/>
          </ac:spMkLst>
        </pc:spChg>
        <pc:picChg chg="add mod">
          <ac:chgData name="Griffin Farrow" userId="777ebddb-f7c7-4951-8771-f064eaef18d7" providerId="ADAL" clId="{3692512D-EB60-52B2-B470-FB68613B3048}" dt="2026-01-27T15:45:19.999" v="21501" actId="1076"/>
          <ac:picMkLst>
            <pc:docMk/>
            <pc:sldMk cId="3858942697" sldId="307"/>
            <ac:picMk id="12" creationId="{95F84756-9ADD-B90E-F517-187DCAB94C44}"/>
          </ac:picMkLst>
        </pc:picChg>
        <pc:cxnChg chg="add">
          <ac:chgData name="Griffin Farrow" userId="777ebddb-f7c7-4951-8771-f064eaef18d7" providerId="ADAL" clId="{3692512D-EB60-52B2-B470-FB68613B3048}" dt="2026-01-27T15:42:20.544" v="21496" actId="11529"/>
          <ac:cxnSpMkLst>
            <pc:docMk/>
            <pc:sldMk cId="3858942697" sldId="307"/>
            <ac:cxnSpMk id="10" creationId="{CF638A42-FC06-7854-1677-1BFA9E2797ED}"/>
          </ac:cxnSpMkLst>
        </pc:cxnChg>
      </pc:sldChg>
      <pc:sldChg chg="addSp delSp modSp add mod">
        <pc:chgData name="Griffin Farrow" userId="777ebddb-f7c7-4951-8771-f064eaef18d7" providerId="ADAL" clId="{3692512D-EB60-52B2-B470-FB68613B3048}" dt="2026-01-27T15:51:48.381" v="21884" actId="11529"/>
        <pc:sldMkLst>
          <pc:docMk/>
          <pc:sldMk cId="3811738894" sldId="308"/>
        </pc:sldMkLst>
        <pc:spChg chg="add mod">
          <ac:chgData name="Griffin Farrow" userId="777ebddb-f7c7-4951-8771-f064eaef18d7" providerId="ADAL" clId="{3692512D-EB60-52B2-B470-FB68613B3048}" dt="2026-01-27T15:51:00.840" v="21851" actId="20577"/>
          <ac:spMkLst>
            <pc:docMk/>
            <pc:sldMk cId="3811738894" sldId="308"/>
            <ac:spMk id="8" creationId="{530B52B8-6641-EB7B-B773-36E605AA0CEA}"/>
          </ac:spMkLst>
        </pc:spChg>
        <pc:spChg chg="add mod">
          <ac:chgData name="Griffin Farrow" userId="777ebddb-f7c7-4951-8771-f064eaef18d7" providerId="ADAL" clId="{3692512D-EB60-52B2-B470-FB68613B3048}" dt="2026-01-27T15:49:45.705" v="21793" actId="1076"/>
          <ac:spMkLst>
            <pc:docMk/>
            <pc:sldMk cId="3811738894" sldId="308"/>
            <ac:spMk id="20" creationId="{A12D685D-E934-2D45-9F1D-004D67711501}"/>
          </ac:spMkLst>
        </pc:spChg>
        <pc:spChg chg="add mod">
          <ac:chgData name="Griffin Farrow" userId="777ebddb-f7c7-4951-8771-f064eaef18d7" providerId="ADAL" clId="{3692512D-EB60-52B2-B470-FB68613B3048}" dt="2026-01-27T15:51:12.865" v="21867" actId="122"/>
          <ac:spMkLst>
            <pc:docMk/>
            <pc:sldMk cId="3811738894" sldId="308"/>
            <ac:spMk id="27" creationId="{21FCE5F6-0408-670C-2707-B2A7F96D4C04}"/>
          </ac:spMkLst>
        </pc:spChg>
        <pc:spChg chg="add mod">
          <ac:chgData name="Griffin Farrow" userId="777ebddb-f7c7-4951-8771-f064eaef18d7" providerId="ADAL" clId="{3692512D-EB60-52B2-B470-FB68613B3048}" dt="2026-01-27T15:51:21.809" v="21882" actId="14100"/>
          <ac:spMkLst>
            <pc:docMk/>
            <pc:sldMk cId="3811738894" sldId="308"/>
            <ac:spMk id="28" creationId="{74C2926C-0538-6535-D189-F91A6DE6223B}"/>
          </ac:spMkLst>
        </pc:spChg>
        <pc:picChg chg="add mod">
          <ac:chgData name="Griffin Farrow" userId="777ebddb-f7c7-4951-8771-f064eaef18d7" providerId="ADAL" clId="{3692512D-EB60-52B2-B470-FB68613B3048}" dt="2026-01-27T15:49:38.479" v="21790" actId="1076"/>
          <ac:picMkLst>
            <pc:docMk/>
            <pc:sldMk cId="3811738894" sldId="308"/>
            <ac:picMk id="16" creationId="{78B8497D-10D0-0CCD-C308-6C7652D921D2}"/>
          </ac:picMkLst>
        </pc:picChg>
        <pc:picChg chg="add mod modCrop">
          <ac:chgData name="Griffin Farrow" userId="777ebddb-f7c7-4951-8771-f064eaef18d7" providerId="ADAL" clId="{3692512D-EB60-52B2-B470-FB68613B3048}" dt="2026-01-27T15:50:44.822" v="21800" actId="732"/>
          <ac:picMkLst>
            <pc:docMk/>
            <pc:sldMk cId="3811738894" sldId="308"/>
            <ac:picMk id="25" creationId="{69DE0848-3C25-6C9A-6AAD-2A6F3E0D66BE}"/>
          </ac:picMkLst>
        </pc:picChg>
        <pc:cxnChg chg="add mod">
          <ac:chgData name="Griffin Farrow" userId="777ebddb-f7c7-4951-8771-f064eaef18d7" providerId="ADAL" clId="{3692512D-EB60-52B2-B470-FB68613B3048}" dt="2026-01-27T15:47:27.908" v="21746" actId="1076"/>
          <ac:cxnSpMkLst>
            <pc:docMk/>
            <pc:sldMk cId="3811738894" sldId="308"/>
            <ac:cxnSpMk id="11" creationId="{B7392FD0-E34F-1DFE-63D2-52D17BFBD57B}"/>
          </ac:cxnSpMkLst>
        </pc:cxnChg>
        <pc:cxnChg chg="add mod">
          <ac:chgData name="Griffin Farrow" userId="777ebddb-f7c7-4951-8771-f064eaef18d7" providerId="ADAL" clId="{3692512D-EB60-52B2-B470-FB68613B3048}" dt="2026-01-27T15:49:48.109" v="21794" actId="14100"/>
          <ac:cxnSpMkLst>
            <pc:docMk/>
            <pc:sldMk cId="3811738894" sldId="308"/>
            <ac:cxnSpMk id="18" creationId="{E509A0B6-2ED0-0E00-288C-0F574F2A0D84}"/>
          </ac:cxnSpMkLst>
        </pc:cxnChg>
        <pc:cxnChg chg="add">
          <ac:chgData name="Griffin Farrow" userId="777ebddb-f7c7-4951-8771-f064eaef18d7" providerId="ADAL" clId="{3692512D-EB60-52B2-B470-FB68613B3048}" dt="2026-01-27T15:51:40.456" v="21883" actId="11529"/>
          <ac:cxnSpMkLst>
            <pc:docMk/>
            <pc:sldMk cId="3811738894" sldId="308"/>
            <ac:cxnSpMk id="30" creationId="{53ACA368-7BA5-6DED-8013-EBDA3AC98E7D}"/>
          </ac:cxnSpMkLst>
        </pc:cxnChg>
        <pc:cxnChg chg="add">
          <ac:chgData name="Griffin Farrow" userId="777ebddb-f7c7-4951-8771-f064eaef18d7" providerId="ADAL" clId="{3692512D-EB60-52B2-B470-FB68613B3048}" dt="2026-01-27T15:51:48.381" v="21884" actId="11529"/>
          <ac:cxnSpMkLst>
            <pc:docMk/>
            <pc:sldMk cId="3811738894" sldId="308"/>
            <ac:cxnSpMk id="32" creationId="{79771392-FD3D-210A-61D4-492235769352}"/>
          </ac:cxnSpMkLst>
        </pc:cxnChg>
      </pc:sldChg>
      <pc:sldChg chg="addSp delSp modSp add mod">
        <pc:chgData name="Griffin Farrow" userId="777ebddb-f7c7-4951-8771-f064eaef18d7" providerId="ADAL" clId="{3692512D-EB60-52B2-B470-FB68613B3048}" dt="2026-01-27T16:08:58.886" v="22051" actId="1076"/>
        <pc:sldMkLst>
          <pc:docMk/>
          <pc:sldMk cId="341609594" sldId="310"/>
        </pc:sldMkLst>
        <pc:spChg chg="mod">
          <ac:chgData name="Griffin Farrow" userId="777ebddb-f7c7-4951-8771-f064eaef18d7" providerId="ADAL" clId="{3692512D-EB60-52B2-B470-FB68613B3048}" dt="2026-01-27T16:08:01.862" v="21888" actId="1076"/>
          <ac:spMkLst>
            <pc:docMk/>
            <pc:sldMk cId="341609594" sldId="310"/>
            <ac:spMk id="2" creationId="{6B111018-A13C-6725-53B7-6E452737369B}"/>
          </ac:spMkLst>
        </pc:spChg>
        <pc:spChg chg="add mod">
          <ac:chgData name="Griffin Farrow" userId="777ebddb-f7c7-4951-8771-f064eaef18d7" providerId="ADAL" clId="{3692512D-EB60-52B2-B470-FB68613B3048}" dt="2026-01-27T16:08:58.886" v="22051" actId="1076"/>
          <ac:spMkLst>
            <pc:docMk/>
            <pc:sldMk cId="341609594" sldId="310"/>
            <ac:spMk id="13" creationId="{EBDC8104-0540-C5D9-689B-B59332EC6868}"/>
          </ac:spMkLst>
        </pc:spChg>
        <pc:picChg chg="add mod">
          <ac:chgData name="Griffin Farrow" userId="777ebddb-f7c7-4951-8771-f064eaef18d7" providerId="ADAL" clId="{3692512D-EB60-52B2-B470-FB68613B3048}" dt="2026-01-27T16:08:15.993" v="21894" actId="1076"/>
          <ac:picMkLst>
            <pc:docMk/>
            <pc:sldMk cId="341609594" sldId="310"/>
            <ac:picMk id="12" creationId="{4960EFE4-8CCA-449E-3BD9-F9B6FC207FF0}"/>
          </ac:picMkLst>
        </pc:picChg>
      </pc:sldChg>
      <pc:sldChg chg="modSp new mod">
        <pc:chgData name="Griffin Farrow" userId="777ebddb-f7c7-4951-8771-f064eaef18d7" providerId="ADAL" clId="{3692512D-EB60-52B2-B470-FB68613B3048}" dt="2026-01-27T16:15:50.185" v="22470" actId="5793"/>
        <pc:sldMkLst>
          <pc:docMk/>
          <pc:sldMk cId="3888335150" sldId="311"/>
        </pc:sldMkLst>
        <pc:spChg chg="mod">
          <ac:chgData name="Griffin Farrow" userId="777ebddb-f7c7-4951-8771-f064eaef18d7" providerId="ADAL" clId="{3692512D-EB60-52B2-B470-FB68613B3048}" dt="2026-01-27T16:10:36.107" v="22080" actId="20577"/>
          <ac:spMkLst>
            <pc:docMk/>
            <pc:sldMk cId="3888335150" sldId="311"/>
            <ac:spMk id="2" creationId="{B6DE3389-3D94-3029-BC13-D701827A7C60}"/>
          </ac:spMkLst>
        </pc:spChg>
        <pc:spChg chg="mod">
          <ac:chgData name="Griffin Farrow" userId="777ebddb-f7c7-4951-8771-f064eaef18d7" providerId="ADAL" clId="{3692512D-EB60-52B2-B470-FB68613B3048}" dt="2026-01-27T16:15:50.185" v="22470" actId="5793"/>
          <ac:spMkLst>
            <pc:docMk/>
            <pc:sldMk cId="3888335150" sldId="311"/>
            <ac:spMk id="3" creationId="{618AAA76-34B3-C43F-0676-533ED8B9B9E3}"/>
          </ac:spMkLst>
        </pc:spChg>
      </pc:sldChg>
      <pc:sldChg chg="addSp delSp modSp new mod">
        <pc:chgData name="Griffin Farrow" userId="777ebddb-f7c7-4951-8771-f064eaef18d7" providerId="ADAL" clId="{3692512D-EB60-52B2-B470-FB68613B3048}" dt="2026-01-27T16:31:46.516" v="23752" actId="20577"/>
        <pc:sldMkLst>
          <pc:docMk/>
          <pc:sldMk cId="395990861" sldId="312"/>
        </pc:sldMkLst>
        <pc:spChg chg="mod">
          <ac:chgData name="Griffin Farrow" userId="777ebddb-f7c7-4951-8771-f064eaef18d7" providerId="ADAL" clId="{3692512D-EB60-52B2-B470-FB68613B3048}" dt="2026-01-27T16:15:54.552" v="22482" actId="20577"/>
          <ac:spMkLst>
            <pc:docMk/>
            <pc:sldMk cId="395990861" sldId="312"/>
            <ac:spMk id="2" creationId="{E3058649-7C60-D55A-FBB9-1E963859645C}"/>
          </ac:spMkLst>
        </pc:spChg>
        <pc:spChg chg="mod">
          <ac:chgData name="Griffin Farrow" userId="777ebddb-f7c7-4951-8771-f064eaef18d7" providerId="ADAL" clId="{3692512D-EB60-52B2-B470-FB68613B3048}" dt="2026-01-27T16:31:46.516" v="23752" actId="20577"/>
          <ac:spMkLst>
            <pc:docMk/>
            <pc:sldMk cId="395990861" sldId="312"/>
            <ac:spMk id="3" creationId="{7256A33A-2811-0A5A-40EE-5D68A14938BA}"/>
          </ac:spMkLst>
        </pc:spChg>
      </pc:sldChg>
      <pc:sldChg chg="addSp delSp modSp add mod">
        <pc:chgData name="Griffin Farrow" userId="777ebddb-f7c7-4951-8771-f064eaef18d7" providerId="ADAL" clId="{3692512D-EB60-52B2-B470-FB68613B3048}" dt="2026-01-27T16:26:33.677" v="23017"/>
        <pc:sldMkLst>
          <pc:docMk/>
          <pc:sldMk cId="362371385" sldId="314"/>
        </pc:sldMkLst>
        <pc:spChg chg="mod">
          <ac:chgData name="Griffin Farrow" userId="777ebddb-f7c7-4951-8771-f064eaef18d7" providerId="ADAL" clId="{3692512D-EB60-52B2-B470-FB68613B3048}" dt="2026-01-27T16:25:41.095" v="23001" actId="27636"/>
          <ac:spMkLst>
            <pc:docMk/>
            <pc:sldMk cId="362371385" sldId="314"/>
            <ac:spMk id="3" creationId="{8B0F204B-83F2-2012-4F1A-CCF6707A329A}"/>
          </ac:spMkLst>
        </pc:spChg>
      </pc:sldChg>
      <pc:sldChg chg="addSp delSp modSp add mod">
        <pc:chgData name="Griffin Farrow" userId="777ebddb-f7c7-4951-8771-f064eaef18d7" providerId="ADAL" clId="{3692512D-EB60-52B2-B470-FB68613B3048}" dt="2026-01-27T16:34:39.275" v="23868" actId="9405"/>
        <pc:sldMkLst>
          <pc:docMk/>
          <pc:sldMk cId="2788163306" sldId="315"/>
        </pc:sldMkLst>
        <pc:spChg chg="mod">
          <ac:chgData name="Griffin Farrow" userId="777ebddb-f7c7-4951-8771-f064eaef18d7" providerId="ADAL" clId="{3692512D-EB60-52B2-B470-FB68613B3048}" dt="2026-01-27T16:32:38.852" v="23847" actId="20577"/>
          <ac:spMkLst>
            <pc:docMk/>
            <pc:sldMk cId="2788163306" sldId="315"/>
            <ac:spMk id="3" creationId="{BEA532DD-A720-C366-DD89-8466316E534B}"/>
          </ac:spMkLst>
        </pc:spChg>
        <pc:inkChg chg="add">
          <ac:chgData name="Griffin Farrow" userId="777ebddb-f7c7-4951-8771-f064eaef18d7" providerId="ADAL" clId="{3692512D-EB60-52B2-B470-FB68613B3048}" dt="2026-01-27T16:34:39.275" v="23868" actId="9405"/>
          <ac:inkMkLst>
            <pc:docMk/>
            <pc:sldMk cId="2788163306" sldId="315"/>
            <ac:inkMk id="15" creationId="{DA6E39D9-8F0D-C3E3-06EB-CB252BC9B96F}"/>
          </ac:inkMkLst>
        </pc:inkChg>
      </pc:sldChg>
      <pc:sldChg chg="addSp delSp modSp add mod">
        <pc:chgData name="Griffin Farrow" userId="777ebddb-f7c7-4951-8771-f064eaef18d7" providerId="ADAL" clId="{3692512D-EB60-52B2-B470-FB68613B3048}" dt="2026-01-27T16:35:17.651" v="23939" actId="9405"/>
        <pc:sldMkLst>
          <pc:docMk/>
          <pc:sldMk cId="2207850236" sldId="316"/>
        </pc:sldMkLst>
        <pc:spChg chg="mod">
          <ac:chgData name="Griffin Farrow" userId="777ebddb-f7c7-4951-8771-f064eaef18d7" providerId="ADAL" clId="{3692512D-EB60-52B2-B470-FB68613B3048}" dt="2026-01-27T16:35:10.312" v="23938" actId="20577"/>
          <ac:spMkLst>
            <pc:docMk/>
            <pc:sldMk cId="2207850236" sldId="316"/>
            <ac:spMk id="3" creationId="{BA1965DE-A3CB-8E4A-F4B5-81CA1D594370}"/>
          </ac:spMkLst>
        </pc:spChg>
        <pc:inkChg chg="add">
          <ac:chgData name="Griffin Farrow" userId="777ebddb-f7c7-4951-8771-f064eaef18d7" providerId="ADAL" clId="{3692512D-EB60-52B2-B470-FB68613B3048}" dt="2026-01-27T16:35:17.651" v="23939" actId="9405"/>
          <ac:inkMkLst>
            <pc:docMk/>
            <pc:sldMk cId="2207850236" sldId="316"/>
            <ac:inkMk id="14" creationId="{4A87ADA5-27AB-C543-11C7-E8F75788E03A}"/>
          </ac:inkMkLst>
        </pc:inkChg>
      </pc:sldChg>
      <pc:sldChg chg="addSp delSp modSp add mod">
        <pc:chgData name="Griffin Farrow" userId="777ebddb-f7c7-4951-8771-f064eaef18d7" providerId="ADAL" clId="{3692512D-EB60-52B2-B470-FB68613B3048}" dt="2026-01-27T17:05:04.975" v="24317" actId="20577"/>
        <pc:sldMkLst>
          <pc:docMk/>
          <pc:sldMk cId="4135797978" sldId="317"/>
        </pc:sldMkLst>
        <pc:spChg chg="mod">
          <ac:chgData name="Griffin Farrow" userId="777ebddb-f7c7-4951-8771-f064eaef18d7" providerId="ADAL" clId="{3692512D-EB60-52B2-B470-FB68613B3048}" dt="2026-01-27T17:05:04.975" v="24317" actId="20577"/>
          <ac:spMkLst>
            <pc:docMk/>
            <pc:sldMk cId="4135797978" sldId="317"/>
            <ac:spMk id="3" creationId="{A67A6DEC-E72E-FE1D-48DF-A29F56508662}"/>
          </ac:spMkLst>
        </pc:spChg>
        <pc:picChg chg="add mod">
          <ac:chgData name="Griffin Farrow" userId="777ebddb-f7c7-4951-8771-f064eaef18d7" providerId="ADAL" clId="{3692512D-EB60-52B2-B470-FB68613B3048}" dt="2026-01-27T17:02:49.580" v="24058" actId="1076"/>
          <ac:picMkLst>
            <pc:docMk/>
            <pc:sldMk cId="4135797978" sldId="317"/>
            <ac:picMk id="9" creationId="{60CECF29-07C0-7D1D-C1F3-D427CD05A705}"/>
          </ac:picMkLst>
        </pc:picChg>
      </pc:sldChg>
      <pc:sldChg chg="delSp modSp new mod">
        <pc:chgData name="Griffin Farrow" userId="777ebddb-f7c7-4951-8771-f064eaef18d7" providerId="ADAL" clId="{3692512D-EB60-52B2-B470-FB68613B3048}" dt="2026-01-29T15:42:39.912" v="25742" actId="478"/>
        <pc:sldMkLst>
          <pc:docMk/>
          <pc:sldMk cId="2828500094" sldId="318"/>
        </pc:sldMkLst>
        <pc:spChg chg="mod">
          <ac:chgData name="Griffin Farrow" userId="777ebddb-f7c7-4951-8771-f064eaef18d7" providerId="ADAL" clId="{3692512D-EB60-52B2-B470-FB68613B3048}" dt="2026-01-27T17:13:08.378" v="24533" actId="20577"/>
          <ac:spMkLst>
            <pc:docMk/>
            <pc:sldMk cId="2828500094" sldId="318"/>
            <ac:spMk id="2" creationId="{B8DF6128-B11E-B3C3-52F3-059E8EE5DA5F}"/>
          </ac:spMkLst>
        </pc:spChg>
      </pc:sldChg>
      <pc:sldChg chg="modSp new mod">
        <pc:chgData name="Griffin Farrow" userId="777ebddb-f7c7-4951-8771-f064eaef18d7" providerId="ADAL" clId="{3692512D-EB60-52B2-B470-FB68613B3048}" dt="2026-01-27T17:49:17.185" v="25083" actId="20577"/>
        <pc:sldMkLst>
          <pc:docMk/>
          <pc:sldMk cId="2686748113" sldId="319"/>
        </pc:sldMkLst>
        <pc:spChg chg="mod">
          <ac:chgData name="Griffin Farrow" userId="777ebddb-f7c7-4951-8771-f064eaef18d7" providerId="ADAL" clId="{3692512D-EB60-52B2-B470-FB68613B3048}" dt="2026-01-27T17:13:19.703" v="24557" actId="20577"/>
          <ac:spMkLst>
            <pc:docMk/>
            <pc:sldMk cId="2686748113" sldId="319"/>
            <ac:spMk id="2" creationId="{21D6D004-8CB6-1A60-76D4-7F781C65E0D4}"/>
          </ac:spMkLst>
        </pc:spChg>
        <pc:spChg chg="mod">
          <ac:chgData name="Griffin Farrow" userId="777ebddb-f7c7-4951-8771-f064eaef18d7" providerId="ADAL" clId="{3692512D-EB60-52B2-B470-FB68613B3048}" dt="2026-01-27T17:49:17.185" v="25083" actId="20577"/>
          <ac:spMkLst>
            <pc:docMk/>
            <pc:sldMk cId="2686748113" sldId="319"/>
            <ac:spMk id="3" creationId="{B6693850-3408-39EB-C1AF-1531239226DF}"/>
          </ac:spMkLst>
        </pc:spChg>
      </pc:sldChg>
      <pc:sldChg chg="addSp delSp modSp add mod">
        <pc:chgData name="Griffin Farrow" userId="777ebddb-f7c7-4951-8771-f064eaef18d7" providerId="ADAL" clId="{3692512D-EB60-52B2-B470-FB68613B3048}" dt="2026-01-27T17:45:38.158" v="24790" actId="1076"/>
        <pc:sldMkLst>
          <pc:docMk/>
          <pc:sldMk cId="1710880319" sldId="320"/>
        </pc:sldMkLst>
        <pc:spChg chg="mod">
          <ac:chgData name="Griffin Farrow" userId="777ebddb-f7c7-4951-8771-f064eaef18d7" providerId="ADAL" clId="{3692512D-EB60-52B2-B470-FB68613B3048}" dt="2026-01-27T17:42:11.930" v="24780" actId="20577"/>
          <ac:spMkLst>
            <pc:docMk/>
            <pc:sldMk cId="1710880319" sldId="320"/>
            <ac:spMk id="2" creationId="{FB73F1C2-37BE-12D9-1594-CCA5F54D262C}"/>
          </ac:spMkLst>
        </pc:spChg>
        <pc:spChg chg="add mod">
          <ac:chgData name="Griffin Farrow" userId="777ebddb-f7c7-4951-8771-f064eaef18d7" providerId="ADAL" clId="{3692512D-EB60-52B2-B470-FB68613B3048}" dt="2026-01-27T17:42:28.346" v="24785" actId="404"/>
          <ac:spMkLst>
            <pc:docMk/>
            <pc:sldMk cId="1710880319" sldId="320"/>
            <ac:spMk id="7" creationId="{71F40F50-096C-C702-8D91-842EC1FDFDF1}"/>
          </ac:spMkLst>
        </pc:spChg>
        <pc:picChg chg="add mod">
          <ac:chgData name="Griffin Farrow" userId="777ebddb-f7c7-4951-8771-f064eaef18d7" providerId="ADAL" clId="{3692512D-EB60-52B2-B470-FB68613B3048}" dt="2026-01-27T17:45:38.158" v="24790" actId="1076"/>
          <ac:picMkLst>
            <pc:docMk/>
            <pc:sldMk cId="1710880319" sldId="320"/>
            <ac:picMk id="9" creationId="{31F67A7F-43F2-0E8D-C404-5EEAA034C519}"/>
          </ac:picMkLst>
        </pc:picChg>
      </pc:sldChg>
      <pc:sldChg chg="modSp new mod">
        <pc:chgData name="Griffin Farrow" userId="777ebddb-f7c7-4951-8771-f064eaef18d7" providerId="ADAL" clId="{3692512D-EB60-52B2-B470-FB68613B3048}" dt="2026-01-27T17:52:21.466" v="25677" actId="20577"/>
        <pc:sldMkLst>
          <pc:docMk/>
          <pc:sldMk cId="3640672268" sldId="321"/>
        </pc:sldMkLst>
        <pc:spChg chg="mod">
          <ac:chgData name="Griffin Farrow" userId="777ebddb-f7c7-4951-8771-f064eaef18d7" providerId="ADAL" clId="{3692512D-EB60-52B2-B470-FB68613B3048}" dt="2026-01-27T17:49:21.471" v="25099" actId="20577"/>
          <ac:spMkLst>
            <pc:docMk/>
            <pc:sldMk cId="3640672268" sldId="321"/>
            <ac:spMk id="2" creationId="{8FFAD299-C370-9058-9E70-98CE6A6D0AB1}"/>
          </ac:spMkLst>
        </pc:spChg>
        <pc:spChg chg="mod">
          <ac:chgData name="Griffin Farrow" userId="777ebddb-f7c7-4951-8771-f064eaef18d7" providerId="ADAL" clId="{3692512D-EB60-52B2-B470-FB68613B3048}" dt="2026-01-27T17:52:21.466" v="25677" actId="20577"/>
          <ac:spMkLst>
            <pc:docMk/>
            <pc:sldMk cId="3640672268" sldId="321"/>
            <ac:spMk id="3" creationId="{499C791F-CBD4-7D4F-788C-B9B3066C66A9}"/>
          </ac:spMkLst>
        </pc:spChg>
      </pc:sldChg>
      <pc:sldChg chg="modSp new del mod">
        <pc:chgData name="Griffin Farrow" userId="777ebddb-f7c7-4951-8771-f064eaef18d7" providerId="ADAL" clId="{3692512D-EB60-52B2-B470-FB68613B3048}" dt="2026-02-04T13:23:53.613" v="28221" actId="2696"/>
        <pc:sldMkLst>
          <pc:docMk/>
          <pc:sldMk cId="3595013967" sldId="322"/>
        </pc:sldMkLst>
      </pc:sldChg>
      <pc:sldChg chg="modSp new mod">
        <pc:chgData name="Griffin Farrow" userId="777ebddb-f7c7-4951-8771-f064eaef18d7" providerId="ADAL" clId="{3692512D-EB60-52B2-B470-FB68613B3048}" dt="2026-01-29T15:56:56.044" v="26530" actId="20577"/>
        <pc:sldMkLst>
          <pc:docMk/>
          <pc:sldMk cId="1427380865" sldId="323"/>
        </pc:sldMkLst>
        <pc:spChg chg="mod">
          <ac:chgData name="Griffin Farrow" userId="777ebddb-f7c7-4951-8771-f064eaef18d7" providerId="ADAL" clId="{3692512D-EB60-52B2-B470-FB68613B3048}" dt="2026-01-29T15:42:05.828" v="25716" actId="20577"/>
          <ac:spMkLst>
            <pc:docMk/>
            <pc:sldMk cId="1427380865" sldId="323"/>
            <ac:spMk id="2" creationId="{DDD2687D-EFEF-BFE8-00B0-AE671D7B740B}"/>
          </ac:spMkLst>
        </pc:spChg>
        <pc:spChg chg="mod">
          <ac:chgData name="Griffin Farrow" userId="777ebddb-f7c7-4951-8771-f064eaef18d7" providerId="ADAL" clId="{3692512D-EB60-52B2-B470-FB68613B3048}" dt="2026-01-29T15:56:56.044" v="26530" actId="20577"/>
          <ac:spMkLst>
            <pc:docMk/>
            <pc:sldMk cId="1427380865" sldId="323"/>
            <ac:spMk id="3" creationId="{8141E861-A433-903A-C3C8-3459D8850068}"/>
          </ac:spMkLst>
        </pc:spChg>
      </pc:sldChg>
      <pc:sldChg chg="delSp modSp new mod">
        <pc:chgData name="Griffin Farrow" userId="777ebddb-f7c7-4951-8771-f064eaef18d7" providerId="ADAL" clId="{3692512D-EB60-52B2-B470-FB68613B3048}" dt="2026-01-29T15:42:14.669" v="25735" actId="478"/>
        <pc:sldMkLst>
          <pc:docMk/>
          <pc:sldMk cId="703442858" sldId="324"/>
        </pc:sldMkLst>
        <pc:spChg chg="mod">
          <ac:chgData name="Griffin Farrow" userId="777ebddb-f7c7-4951-8771-f064eaef18d7" providerId="ADAL" clId="{3692512D-EB60-52B2-B470-FB68613B3048}" dt="2026-01-29T15:42:13.568" v="25734" actId="20577"/>
          <ac:spMkLst>
            <pc:docMk/>
            <pc:sldMk cId="703442858" sldId="324"/>
            <ac:spMk id="2" creationId="{4C169A29-FF04-B5DB-6F67-2B5CB81CC6CC}"/>
          </ac:spMkLst>
        </pc:spChg>
      </pc:sldChg>
      <pc:sldChg chg="modSp new mod">
        <pc:chgData name="Griffin Farrow" userId="777ebddb-f7c7-4951-8771-f064eaef18d7" providerId="ADAL" clId="{3692512D-EB60-52B2-B470-FB68613B3048}" dt="2026-01-29T16:07:10.711" v="27047" actId="20577"/>
        <pc:sldMkLst>
          <pc:docMk/>
          <pc:sldMk cId="1576474052" sldId="325"/>
        </pc:sldMkLst>
        <pc:spChg chg="mod">
          <ac:chgData name="Griffin Farrow" userId="777ebddb-f7c7-4951-8771-f064eaef18d7" providerId="ADAL" clId="{3692512D-EB60-52B2-B470-FB68613B3048}" dt="2026-01-29T15:57:03.477" v="26569" actId="20577"/>
          <ac:spMkLst>
            <pc:docMk/>
            <pc:sldMk cId="1576474052" sldId="325"/>
            <ac:spMk id="2" creationId="{2206B281-F5B6-DEB3-C33E-64DDFF5AA5BF}"/>
          </ac:spMkLst>
        </pc:spChg>
        <pc:spChg chg="mod">
          <ac:chgData name="Griffin Farrow" userId="777ebddb-f7c7-4951-8771-f064eaef18d7" providerId="ADAL" clId="{3692512D-EB60-52B2-B470-FB68613B3048}" dt="2026-01-29T16:07:10.711" v="27047" actId="20577"/>
          <ac:spMkLst>
            <pc:docMk/>
            <pc:sldMk cId="1576474052" sldId="325"/>
            <ac:spMk id="3" creationId="{150C1640-313C-090E-6A5A-BFCBF873222B}"/>
          </ac:spMkLst>
        </pc:spChg>
      </pc:sldChg>
      <pc:sldChg chg="modSp new mod">
        <pc:chgData name="Griffin Farrow" userId="777ebddb-f7c7-4951-8771-f064eaef18d7" providerId="ADAL" clId="{3692512D-EB60-52B2-B470-FB68613B3048}" dt="2026-01-29T17:12:03.071" v="28111" actId="5793"/>
        <pc:sldMkLst>
          <pc:docMk/>
          <pc:sldMk cId="2222271986" sldId="326"/>
        </pc:sldMkLst>
        <pc:spChg chg="mod">
          <ac:chgData name="Griffin Farrow" userId="777ebddb-f7c7-4951-8771-f064eaef18d7" providerId="ADAL" clId="{3692512D-EB60-52B2-B470-FB68613B3048}" dt="2026-01-29T17:09:04.127" v="27346" actId="20577"/>
          <ac:spMkLst>
            <pc:docMk/>
            <pc:sldMk cId="2222271986" sldId="326"/>
            <ac:spMk id="2" creationId="{7B05BDED-DF4D-894C-9DDB-8FE397CA20FC}"/>
          </ac:spMkLst>
        </pc:spChg>
        <pc:spChg chg="mod">
          <ac:chgData name="Griffin Farrow" userId="777ebddb-f7c7-4951-8771-f064eaef18d7" providerId="ADAL" clId="{3692512D-EB60-52B2-B470-FB68613B3048}" dt="2026-01-29T17:12:03.071" v="28111" actId="5793"/>
          <ac:spMkLst>
            <pc:docMk/>
            <pc:sldMk cId="2222271986" sldId="326"/>
            <ac:spMk id="3" creationId="{9912EBCB-88BB-E084-68CE-1AF38F5E9C8B}"/>
          </ac:spMkLst>
        </pc:spChg>
      </pc:sldChg>
      <pc:sldChg chg="addSp delSp modSp new mod">
        <pc:chgData name="Griffin Farrow" userId="777ebddb-f7c7-4951-8771-f064eaef18d7" providerId="ADAL" clId="{3692512D-EB60-52B2-B470-FB68613B3048}" dt="2026-01-29T17:14:22.347" v="28220" actId="20577"/>
        <pc:sldMkLst>
          <pc:docMk/>
          <pc:sldMk cId="2351809939" sldId="327"/>
        </pc:sldMkLst>
        <pc:spChg chg="add mod">
          <ac:chgData name="Griffin Farrow" userId="777ebddb-f7c7-4951-8771-f064eaef18d7" providerId="ADAL" clId="{3692512D-EB60-52B2-B470-FB68613B3048}" dt="2026-01-29T17:14:22.347" v="28220" actId="20577"/>
          <ac:spMkLst>
            <pc:docMk/>
            <pc:sldMk cId="2351809939" sldId="327"/>
            <ac:spMk id="9" creationId="{D0D8231F-78EB-67C3-22AF-C7B37BB839F3}"/>
          </ac:spMkLst>
        </pc:spChg>
      </pc:sldChg>
      <pc:sldChg chg="modSp new mod">
        <pc:chgData name="Griffin Farrow" userId="777ebddb-f7c7-4951-8771-f064eaef18d7" providerId="ADAL" clId="{3692512D-EB60-52B2-B470-FB68613B3048}" dt="2026-02-04T13:25:11.887" v="28661" actId="20577"/>
        <pc:sldMkLst>
          <pc:docMk/>
          <pc:sldMk cId="910080933" sldId="328"/>
        </pc:sldMkLst>
        <pc:spChg chg="mod">
          <ac:chgData name="Griffin Farrow" userId="777ebddb-f7c7-4951-8771-f064eaef18d7" providerId="ADAL" clId="{3692512D-EB60-52B2-B470-FB68613B3048}" dt="2026-02-04T13:24:05.571" v="28262" actId="20577"/>
          <ac:spMkLst>
            <pc:docMk/>
            <pc:sldMk cId="910080933" sldId="328"/>
            <ac:spMk id="2" creationId="{72805294-4678-3308-B868-8E21AB733ACC}"/>
          </ac:spMkLst>
        </pc:spChg>
        <pc:spChg chg="mod">
          <ac:chgData name="Griffin Farrow" userId="777ebddb-f7c7-4951-8771-f064eaef18d7" providerId="ADAL" clId="{3692512D-EB60-52B2-B470-FB68613B3048}" dt="2026-02-04T13:25:11.887" v="28661" actId="20577"/>
          <ac:spMkLst>
            <pc:docMk/>
            <pc:sldMk cId="910080933" sldId="328"/>
            <ac:spMk id="3" creationId="{BDE5AFCE-DFFE-9968-FBD1-0F1B468EBF2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6:34:39.273"/>
    </inkml:context>
    <inkml:brush xml:id="br0">
      <inkml:brushProperty name="width" value="0.35" units="cm"/>
      <inkml:brushProperty name="height" value="0.35" units="cm"/>
      <inkml:brushProperty name="color" value="#849398"/>
    </inkml:brush>
  </inkml:definitions>
  <inkml:trace contextRef="#ctx0" brushRef="#br0">0 8095 24575,'59'-40'0,"-5"2"0,3-8 0,1-1 0,4-3 0,-16 14 0,1-2-492,21-18 0,1-2 0,-16 15 0,-3 2 213,-5 1 1,0 0 278,7-5 0,1-1 0,0 0 0,-1-1 0,1 0 0,0 0 0,-1-1 0,1 1 0,-4 1 0,0 1 0,-6 6 0,0 1 0,2-2 0,2 1 0,-2 0 0,0 1 121,-5 4 0,-1 0-121,0 1 0,-1 1 0,30-24 0,-4 10 546,-1 2-546,-10 9 0,-10 8 0,0 0 0,-5 3 983,5-2-692,3-1-291,14-9 0,-17 10 0,4-2-277,2-3 0,1-2 277,7-3 0,0-1 0,5-3 0,1-1-492,-1 3 0,1-1 178,5-2 0,1 1 314,0 1 0,0 2 0,-3 2 0,0 2 0,-3 1 0,0 2-486,-4 3 1,1 0 485,-1 1 0,-1-1 0,2 0 0,-1-1 0,1-2 0,-1 0 0,4-3 0,-1-2 0,1-2 0,1-1-492,1-1 0,0-1 293,3-2 0,-1 1 199,-7 3 0,0 1 0,-2 0 0,0 1 0,-3 1 0,-1 1 17,-2 1 1,1 0-18,4-2 0,2 0 0,-3 1 0,1 0 0,-6 5 0,-1 0 0,-3 2 0,-2 1 983,38-18-753,-11 7-230,-2 2 0,0 1 0,-2 1 0,2-2 0,0-3 0,0-5 0,8-10 114,-37 21 1,1-1-115,6-5 0,1-2 0,2-3 0,1 0 0,4-3 0,0 0-492,3-2 0,-1 0 0,-5 4 0,-1 1 0,-1 2 0,0 0 0,-2 1 0,0 0 115,1 1 0,1-1 377,3-3 0,0 0 0,-1 1 0,0 0 0,-2 3 0,-1 0 0,0-1 0,-1 1 0,-1-1 0,0 1 0,1-1 0,1 0 0,0-2 0,0-1 0,0 0 0,1-1 0,-1 0 0,1 0 0,-3 1 0,1 0 0,-3 3 0,-1 1 0,-2 2 0,0 1-116,-2 0 0,-1 0 116,1 0 0,-1 0 0,2-1 0,0-1-202,7-6 0,2-1 202,5-6 0,0 0 0,-3 2 0,-1 0 0,0-1 0,-1 1 0,-4 4 0,-1 1 0,3-1 0,0 1 491,0 0 1,1 1-1,-4 3 1,0 2-1,-5 3 1,-1 1-1,2 2 1,-1 1 491,39-27-490,0 5-493,-6 10 0,-15 8 525,1 2-525,-11 9 983,1-2-569,0 2 569,8-6-912,4-3-71,8-8 0,8-9 0,1-3-492,-36 23 0,1 0-492,36-23 0,-9 7 0,-5 5 0,-9 6 547,2 0 437,-6 2 0,-11 9 0,-9 4 983,-5 4 0,-4 2 0,3-3 0,5-3 0,7-8-94,10-7-889,8-6 0,7-6 0,5-2 0,4-3 0,-8 6 0,-3 5 0,-10 4 0,-7 9 0,-6 3 0,-13 7 0,-6 6 0,-6 2 0,-1 2 0,-3 3 0,-2-1 0,3-3 0,2-2 0,5-2 0,1-1 0,-2 2 0,-2 2 0,-3 2 0,-2 4 0,-4 16 0,-8 4 0,-8 18 0,-11 5 0,-10 12 0,-11 16 0,12-22 0,-3 4-492,-8 11 0,-3 2 112,-2 4 1,-2 2 51,8-13 0,-2 3 0,0-1 0,2-2 0,0-1 0,-1 1 109,0 0 0,-1 1 0,0 0 219,-3 4 0,-2 0 0,2-1 0,-17 20 0,0-1 0,17-22 0,0 1 0,-1-1 0,1-3 0,0 0 0,1-1-492,-18 21 0,1-1 153,1-3 0,1 0 339,5-6 0,1-1 0,3-2 0,1-2 0,5-6 0,2-1 0,4-4 0,0-1-291,1 0 0,-1 0 291,0 0 0,-1 0 0,-4 5 0,0 0 0,-1 0 0,0-2 0,-1 0 0,1 0 0,-1-1 0,0 0 0,1-2 0,0 1 0,1-1 0,1-1 0,1 0 0,0-2 0,1 0 0,0-2 0,2-1 0,0-1 0,-27 27 983,-1-1-935,1-2-48,1-2 0,-5 3 0,6-8 0,1 4 0,-7 1 0,-2 3 0,2-4 0,1-3 0,0 5 0,-6 4 491,32-27 1,-3 1-295,-2 2 0,-2-1-197,0 1 0,-1 0 0,-1 0 0,-1 0 0,-1 0 0,1-2 0,6-3 0,0-2 491,-3 1 1,-1-1-411,3-2 0,2-1-81,-35 21 491,2-1-491,19-10 0,3-3 312,0 2-312,7-5 983,-3 2-790,6-4 617,-3 5-810,6-4 270,4-4-270,-7 5 0,5-3 0,-12 8 0,2 0 0,-9 8 0,-8 8-726,-6 6 726,31-26 0,0 0 0,1-1 0,-2 1 0,-7 7 0,-2 2 0,2-1 0,0 0 0,-1 3 0,-1-1 0,0 0 0,-1-1 0,4-3 0,0 0 0,-5 2 0,0 0 0,7-7 0,2 0 0,-2 1 0,2-1 0,-31 25 0,14-7 0,3-5 0,23-17 0,1-3 0,8-8 0,4-3 0,4-4 0,4-3 0,5-3 726,3-2-726,0 0 0,1-1 0,-1 0 0,0 0 0,-2 0 0,-1 2 0,-1 1 0,0 1 0,0 0 0,3-1 0,2-2 0,1-1 0,4 2 0,18-5 0,3 0 0,19-4 0,3 0 0,12 0 0,20-2 0,17-4-492,-34 1 0,2 0 489,7-1 0,1-1 3,5 0 0,1 0 0,4 0 0,0 0-492,1 0 0,0 0 304,2-2 1,-1 0 187,-4 1 0,-2-2 0,-2 1 0,-1-2 0,-6 0 0,-3 0 0,-7 1 0,-3 0 0,44-12-166,-19 2 166,-3 0 0,8-7 0,-6 1 0,8-6 0,-2-2 0,-5-1 0,5-5 0,3-4-405,-40 21 1,1-1 404,6-3 0,0 0 0,5-5 0,1 0 0,2-2 0,1 0 0,2-2 0,0 0-206,1 0 0,0 1 206,1-1 0,0 0 0,1-1 0,0 1 0,-2 2 0,1 0 0,-2 0 0,0 2 0,-7 3 0,-1 2 0,-1 0 0,-1-1 290,1-1 0,0 1-290,-5 0 0,0 1 0,6-5 0,1 0 0,-2 1 0,0-1 0,-1 0 0,0 0 0,1 1 0,0 0 0,-5 4 0,-2 1 0,41-22 0,-14 8 0,-7 6 159,-6 1-159,-5 6 825,-3 1-825,-9 6 983,-10 6-562,-7 3 347,-7 3-768,-5 2 0,-26 28 0,-16 16 0,-3 2 0,-6 7 0,-18 16 0,-4 6 0,14-16 0,-1 2 0,-1 1-328,-3 1 0,1 1 0,-1 0 16,1-1 1,1 0-1,1-1-180,-13 17 0,2-1 0,1-2 0,2-1 0,9-10 0,3-2 261,6-8 1,3-3 230,-22 32 0,13-16 0,2 0 0,12-15 0,6-7 0,7-8 983,2-3-400,2-2 400,5-7 0,3-2 0,2-6-166,2-1-817,0-2 0,34-5 0,25-15 0,-6-1 0,6-4-492,11-7 0,4-5 247,14-6 0,4-3-83,-23 8 0,3-1 0,1-1 0,7-4 0,2-2 0,-1 1 0,-7 3 0,-2 0 0,0 1 253,-5 1 0,0 1 0,-1 1-417,24-10 0,-2 1 71,-3 3 0,0 1 421,1-2 0,0 1-434,-10 5 0,-4 2 434,-11 5 0,-3 2 983,26-9-947,-15 9 947,-27 10 0,-16 6 0,-12 12 0,-24 26 0,-25 29-912,8-18 0,-5 3-451,-14 18 0,-2 3 380,-2 1 0,0 2 0,-4 5 0,-1 2 0,-2 2 0,2-1 0,10-14 0,1-3 0,5-6 0,1-1 0,8-10 0,2-1-115,-20 33 115,2 0 0,6-5 0,10-15 0,10-15 0,9-12 0,5-10 983,3-8 0,9-4-805,12-4-178,24-6 0,24-15 0,24-13-492,-37 9 0,1-2 318,4-2 1,1-1 173,2 0 0,0 0 0,0 2 0,-1 0-492,-6 4 0,-3 1-492,30-8 0,-14 8 0,-14 5 0,-2 0 0,-5 2 1435,-14 5-451,-9 4 983,-7 6 0,-6 20 0,-4 33 0,-7 31-492,-5-29 1,-3 4-456,-5 7 1,-3 3-37,-7 8 0,-3 0 0,0-3 0,-1-1 0,0-5 0,1-3-336,3-8 0,0-3 336,-14 34 0,6-12 0,10-25 0,9-20 0,7-13 983,4-9-235,4-5-11,16-7-737,3-6 0,16-8 0,-1-5 0,2-2 0,1 2 0,-1 2 0,0 3 0,0 0 0,0 0 0,2 1 0,2 2 0,-1 1 0,0 0 0,-4 1 0,-3 0 0,-5 1 0,-7 1 0,-7 1 0,-4 3 0,-2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6:35:17.648"/>
    </inkml:context>
    <inkml:brush xml:id="br0">
      <inkml:brushProperty name="width" value="0.35" units="cm"/>
      <inkml:brushProperty name="height" value="0.35" units="cm"/>
      <inkml:brushProperty name="color" value="#E71224"/>
    </inkml:brush>
  </inkml:definitions>
  <inkml:trace contextRef="#ctx0" brushRef="#br0">1 758 24575,'61'-13'0,"1"1"0,25-12 0,9-5 0,-10 2 0,6-1 0,1-2-328,-1 0 0,1-1 0,0 0 82,-21 7 0,1 0 0,0-1 0,0 1 0,2 0 0,0-1 0,-1 1 0,0 0-82,15-5 0,-1 1 0,1 1 0,1-1 0,0 1 0,-3 2 0,-14 5 0,-2 1 0,-3 2-164,18-2 0,-4 2 25,-7 2 1,-3 3 337,-11 2 0,-4 2 129,28 0 983,-37 10 0,-21 13 0,-30 28-844,-20 9 0,-12 10-271,0-3 0,-6 7 0,-3 3 132,1-1 0,-3 3 0,-3 3 0,-1 3-197,3-3 0,-3 3 1,0 3-1,-1 0 0,1-1 0,0 0 0,0 0 1,1 1-1,-1 0 0,0 1 33,7-9 0,0 0 0,0 2 0,0-1 0,0 1 0,0-1 0,0 2 0,-1 0 0,1 0 0,-1 0 0,2-1 0,0-1-33,-5 7 0,2-1 1,0-1-1,1 0 0,-1 1 0,0 2 0,-1 0 1,0 1-1,2-1 0,1-3-49,-3 5 0,2-2 0,1-2 0,1-1 0,6-6 0,0-1 0,2-1 0,0-1-81,-7 16 1,2-2-1,2-3 484,7-12 0,1-3 1,2-2-158,-11 27 0,3-5 491,9-18 1,3-4-1,4-6 1,2-3 491,-3 24 0,10-29 0,8-21 0,2-14 0,18-9 0,53-31-492,-3-8 1,15-12-738,-11 4 0,9-6 0,6-6 0,4-1 82,-14 7 0,4-3 0,2-2 0,3-2 0,3-1 0,1-1 54,-19 12 1,2-1 0,1-1 0,2-1-1,1 0 1,0-1 0,1 0 0,0 1-1,-1-1 0,2 0 1,0-1 0,1 0 0,0 0-1,0-1 1,1 1 0,-1 0 0,1 0-1,0 0 0,1 0 1,0 0 0,1 0 0,-1 0-1,1 0 1,0 1 0,1-1 0,-1 0-1,1 1 11,-6 3 1,0 0 0,1-1-1,0 1 1,1-1 0,-1 2-1,-1-1 1,0 1 0,-1 1-1,-2 1-24,9-5 0,-2 1 0,0 1 0,-1 1 0,-1 0 0,-1 1 0,1 0 0,-1 0-18,9-4 1,0 0-1,0 0 1,-1 1-1,-1 1 1,-3 1-1,-2 2-56,12-5 0,-3 1 1,-2 2-1,-4 2 0,-4 2-49,-5 4 0,-5 3 0,-1 1 0,0 0 235,2-1 1,0-1 0,-1 2-1,-3 1 11,8-3 0,-4 2 0,-2 2 0,17-7 0,-4 2 0,-12 7 0,-6 3 983,17-4 0,-52 35-525,-53 37 0,-29 19-458,2-1 0,-8 6 0,-6 6 0,12-13 0,-4 3 0,-3 3 0,-2 3 0,-1 2 0,8-10 0,-2 3 0,-1 2 0,-1 2 0,0-1 0,0 0 0,1 0-101,1-2 1,0 1 0,0-1-1,0 0 1,0 1 0,0 0-1,-1 1 101,-2 5 0,-2 0 0,1 2 0,-1 0 0,1-1 0,1 0 0,1-2-164,-3 4 0,0 0 0,2 0 0,0-3 0,3-1 0,1-2 19,2-2 0,2-2 1,1-2-1,1-2 0,1 1-101,-8 10 0,1-1 0,2-1 0,2-5 165,-2 1 0,3-3 0,2-2 81,3-5 0,2 0 0,2-3 0,-15 18 0,6-7 0,-8 15 983,33-40 0,14-17 0,25-14 0,54-35-492,2-7 1,11-9-643,-20 10 1,5-3-1,4-3 1,3-2 150,1-1 0,2-1 0,3-3 0,4-1 0,4-3 0,-15 8 0,3-1 0,3-2 0,2-1 0,2-1 0,0 0 0,0-1 0,0 0 0,-4 3 0,0-1 0,1 0 0,1-1 0,0 0 0,0-1 0,1 0 0,1 0 0,-1 0-99,-3 2 1,1-1 0,0 0-1,1 0 1,0-1 0,0 0-1,0 1 1,-1 0 0,0 0-1,-2 0-11,5-2 1,-1 0 0,1 0 0,-2 0-1,0 1 1,0 0 0,-2 0 0,-1 1-1,-1 1-31,10-6 1,-1 0-1,-2 1 1,-1 1-1,-1 0 1,-1 1-1,0 1-23,5-4 0,0 1 0,0 0 0,-3 2 0,-2 1 0,-3 3 4,12-8 1,-3 4 0,-4 1-1,-1 1 160,-7 6 0,-2 0 0,-2 2 0,-4 4 327,-1 1 1,-4 4 0,-1 0-52,28-11 0,-3 3 215,-12 5 1,-5 6 491,16 6-785,-92 72 1,-28 27-199,1-16 0,-9 7 0,-8 6 0,-2 4 0,8-12 0,-3 3 0,-3 4 0,-2 2 0,-3 3 0,-2 1 0,-1 2 0,11-15 0,-2 1 0,-1 2 0,-2 1 0,-1 2 0,-1 0 0,-1 2 0,-1 0 0,0 0 0,-1 1 0,0 0-76,3-4 0,-1 0 1,-1 2-1,0 0 0,-2 1 1,1 0-1,-2 0 1,1 1-1,-1 0 0,0 0 1,0 0-1,0 0 0,0 0 55,4-4 0,-2 1 0,0 1 0,0-1 1,0 1-1,0 0 0,-1 0 0,1 0 0,0-1 1,0 0-1,0 0 0,1-1 0,0-1 0,1 0-61,-6 5 0,1-1 0,0 1 0,0-1 0,0 0 0,1-1 0,0 0 0,1-2 0,1 0 0,0-2 0,2 0 0,0-2-9,-7 8 1,1-1-1,1-1 1,0 0-1,2-3 1,1-1 0,2-2-1,1-3 1,2-2-74,-7 7 0,2-3 0,3-3 0,1-2 0,2-1 0,0-2 107,-13 14 0,3-2 0,1-3 0,0-1 249,6-4 0,0-2 1,1-1-1,2-1-192,-11 10 0,3-1 0,1-3 327,9-8 1,2-2 0,5-6 163,-3 1 1,22-22-403,65-57 1,43-39 0,3-1-90,-27 24 0,2-1 0,3-1 0,4-4 0,-3 1 0,5-4 0,3-4 0,1 0 0,0 2 0,-2 2-107,7-4 1,-1 2 0,0 2 0,0 0 0,2 0 106,0-1 0,1 0 0,0 1 0,1 0 0,0 1-197,0 0 0,1 1 1,0 1-1,-1 0 0,0 0 189,-6 4 0,-1 0 1,0 1-1,-1 1 1,-3 1-239,8-3 0,-2 1 0,-2 2 0,-3 1 240,12-8 0,-2 1 0,-4 3 333,-14 9 1,-3 1 0,1 0-189,5-2 0,0-1 1,-1 2 351,18-12 1,-5 4-1,-13 9 1,-4 3-1,-6 4 1,-5 1 491,22-12 0,-25 16 0,-19 11 0,-26 20 0,-54 60-492,6-10 1,-8 9-317,2-4 1,-4 6 0,-2 3-176,6-8 0,-1 3 0,-1 0 0,1 0 0,2-3 0,0 0 0,1 0 0,1-2 0,-11 15 0,1-2 0,2-2-328,8-9 0,2-2 0,2-2-32,-10 14 0,4-3 360,6-8 0,3-3 0,5-6 0,4-3 0,-4 19 0,19-23 0,49-10 0,25-24 0,18-12-246,-5-6 0,10-7 0,7-3 0,1-1 49,0 0 0,4-2 1,2-2-1,4-1 0,1-2 56,-17 4 1,3-2-1,2 0 1,1-2-1,0 0 1,0 0-1,0 0 0,1-1 1,0 0-1,1-1 1,-1 1-1,0-1 1,0 0-1,0 1 0,-2 0 1,0 1-1,0-1 1,0 1-1,-1 0 1,0 0-1,-1 0-23,9-2 0,0 0 0,-1 1 0,-2 0 0,-1 1 0,-3 1-33,-1 1 0,-2 1 1,-2 1-1,-2 0 0,-1 1-49,14-4 0,-2 1 0,-3 2 0,-4 1 190,4 0 1,-5 3-1,-2 0 56,-6 2 0,-2 0 0,-2 2 491,25-5 1,-8 3-1,-26 7 1,-7 3 491,10 6 0,-34 60-492,-35 4 1,-15 13-393,-4 1 1,-6 7 0,-3 3-100,7-17 0,-2 3 0,-1-1 0,-2 1 0,-5 3 0,-2 0 0,-1 0 0,0 1-246,-2 3 0,0 1 0,-1 0 0,1-2 134,3-6 1,-1-1 0,1-1 0,0 0-135,0-1 0,0 1 0,0-2 0,1-2 155,-5 11 0,1-3 0,1-3-333,-9 17 1,2-6 423,5-10 0,3-4 491,5-9 1,4-5 491,-8 23 0,19-35 0,17-20 0,13-15 0,14-7 0,9-8 0,1-4 0,-1-1 0,-11 1-738,-7 4 1,-8 2 0,-5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FCABA-57E2-F441-9C2E-AA4183CFA744}" type="datetimeFigureOut">
              <a:rPr lang="en-GB" smtClean="0"/>
              <a:t>04/02/2026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75EF8-2EF4-2345-9090-FCB5A481E571}" type="slidenum">
              <a:rPr lang="en-GB" smtClean="0"/>
              <a:t>‹#›</a:t>
            </a:fld>
            <a:endParaRPr lang="en-GB"/>
          </a:p>
        </p:txBody>
      </p:sp>
    </p:spTree>
    <p:extLst>
      <p:ext uri="{BB962C8B-B14F-4D97-AF65-F5344CB8AC3E}">
        <p14:creationId xmlns:p14="http://schemas.microsoft.com/office/powerpoint/2010/main" val="1077818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mpthree.com/blog/autoencoder/"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img</a:t>
            </a:r>
            <a:r>
              <a:rPr lang="en-GB" dirty="0"/>
              <a:t> </a:t>
            </a:r>
            <a:r>
              <a:rPr lang="en-GB" dirty="0" err="1"/>
              <a:t>src</a:t>
            </a:r>
            <a:r>
              <a:rPr lang="en-GB" dirty="0"/>
              <a:t>: </a:t>
            </a:r>
            <a:r>
              <a:rPr lang="en-GB" dirty="0">
                <a:hlinkClick r:id="rId3"/>
              </a:rPr>
              <a:t>https://www.compthree.com/blog/autoencoder/</a:t>
            </a:r>
            <a:r>
              <a:rPr lang="en-GB" dirty="0"/>
              <a:t> </a:t>
            </a:r>
          </a:p>
          <a:p>
            <a:endParaRPr lang="en-GB" dirty="0"/>
          </a:p>
        </p:txBody>
      </p:sp>
      <p:sp>
        <p:nvSpPr>
          <p:cNvPr id="4" name="Slide Number Placeholder 3"/>
          <p:cNvSpPr>
            <a:spLocks noGrp="1"/>
          </p:cNvSpPr>
          <p:nvPr>
            <p:ph type="sldNum" sz="quarter" idx="5"/>
          </p:nvPr>
        </p:nvSpPr>
        <p:spPr/>
        <p:txBody>
          <a:bodyPr/>
          <a:lstStyle/>
          <a:p>
            <a:fld id="{A8175EF8-2EF4-2345-9090-FCB5A481E571}" type="slidenum">
              <a:rPr lang="en-GB" smtClean="0"/>
              <a:t>30</a:t>
            </a:fld>
            <a:endParaRPr lang="en-GB"/>
          </a:p>
        </p:txBody>
      </p:sp>
    </p:spTree>
    <p:extLst>
      <p:ext uri="{BB962C8B-B14F-4D97-AF65-F5344CB8AC3E}">
        <p14:creationId xmlns:p14="http://schemas.microsoft.com/office/powerpoint/2010/main" val="260731853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718E2F38-2EB9-FA98-FEAB-179407541959}"/>
              </a:ext>
            </a:extLst>
          </p:cNvPr>
          <p:cNvSpPr/>
          <p:nvPr userDrawn="1"/>
        </p:nvSpPr>
        <p:spPr>
          <a:xfrm>
            <a:off x="428" y="1143257"/>
            <a:ext cx="12192000" cy="5714744"/>
          </a:xfrm>
          <a:custGeom>
            <a:avLst/>
            <a:gdLst/>
            <a:ahLst/>
            <a:cxnLst/>
            <a:rect l="l" t="t" r="r" b="b"/>
            <a:pathLst>
              <a:path w="20104100" h="9424035">
                <a:moveTo>
                  <a:pt x="20104099" y="0"/>
                </a:moveTo>
                <a:lnTo>
                  <a:pt x="0" y="0"/>
                </a:lnTo>
                <a:lnTo>
                  <a:pt x="0" y="9423482"/>
                </a:lnTo>
                <a:lnTo>
                  <a:pt x="20104099" y="9423482"/>
                </a:lnTo>
                <a:lnTo>
                  <a:pt x="20104099" y="0"/>
                </a:lnTo>
                <a:close/>
              </a:path>
            </a:pathLst>
          </a:custGeom>
          <a:solidFill>
            <a:srgbClr val="002147"/>
          </a:solidFill>
        </p:spPr>
        <p:txBody>
          <a:bodyPr wrap="square" lIns="0" tIns="0" rIns="0" bIns="0" rtlCol="0"/>
          <a:lstStyle/>
          <a:p>
            <a:endParaRPr sz="900"/>
          </a:p>
        </p:txBody>
      </p:sp>
      <p:grpSp>
        <p:nvGrpSpPr>
          <p:cNvPr id="10" name="object 4">
            <a:extLst>
              <a:ext uri="{FF2B5EF4-FFF2-40B4-BE49-F238E27FC236}">
                <a16:creationId xmlns:a16="http://schemas.microsoft.com/office/drawing/2014/main" id="{EF0CB43C-A8A8-334D-9852-7F5B1057B4B4}"/>
              </a:ext>
            </a:extLst>
          </p:cNvPr>
          <p:cNvGrpSpPr/>
          <p:nvPr userDrawn="1"/>
        </p:nvGrpSpPr>
        <p:grpSpPr>
          <a:xfrm>
            <a:off x="1016357" y="458857"/>
            <a:ext cx="1379687" cy="1377761"/>
            <a:chOff x="1675341" y="756689"/>
            <a:chExt cx="2275205" cy="2272030"/>
          </a:xfrm>
        </p:grpSpPr>
        <p:sp>
          <p:nvSpPr>
            <p:cNvPr id="11" name="object 5">
              <a:extLst>
                <a:ext uri="{FF2B5EF4-FFF2-40B4-BE49-F238E27FC236}">
                  <a16:creationId xmlns:a16="http://schemas.microsoft.com/office/drawing/2014/main" id="{0DDE2688-E545-8B9E-E5A4-4E361FD1C9B0}"/>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12" name="object 6">
              <a:extLst>
                <a:ext uri="{FF2B5EF4-FFF2-40B4-BE49-F238E27FC236}">
                  <a16:creationId xmlns:a16="http://schemas.microsoft.com/office/drawing/2014/main" id="{1FFD3D98-ED81-C833-1429-7FCE33DB304D}"/>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3" name="object 7">
              <a:extLst>
                <a:ext uri="{FF2B5EF4-FFF2-40B4-BE49-F238E27FC236}">
                  <a16:creationId xmlns:a16="http://schemas.microsoft.com/office/drawing/2014/main" id="{98C98EB5-B2EA-0D82-F428-11CB8878840D}"/>
                </a:ext>
              </a:extLst>
            </p:cNvPr>
            <p:cNvPicPr/>
            <p:nvPr/>
          </p:nvPicPr>
          <p:blipFill>
            <a:blip r:embed="rId2" cstate="print"/>
            <a:stretch>
              <a:fillRect/>
            </a:stretch>
          </p:blipFill>
          <p:spPr>
            <a:xfrm>
              <a:off x="1913232" y="2234279"/>
              <a:ext cx="97546" cy="136760"/>
            </a:xfrm>
            <a:prstGeom prst="rect">
              <a:avLst/>
            </a:prstGeom>
          </p:spPr>
        </p:pic>
        <p:pic>
          <p:nvPicPr>
            <p:cNvPr id="14" name="object 8">
              <a:extLst>
                <a:ext uri="{FF2B5EF4-FFF2-40B4-BE49-F238E27FC236}">
                  <a16:creationId xmlns:a16="http://schemas.microsoft.com/office/drawing/2014/main" id="{0FE084DF-3605-11DE-BA27-023ADF7F9069}"/>
                </a:ext>
              </a:extLst>
            </p:cNvPr>
            <p:cNvPicPr/>
            <p:nvPr/>
          </p:nvPicPr>
          <p:blipFill>
            <a:blip r:embed="rId3" cstate="print"/>
            <a:stretch>
              <a:fillRect/>
            </a:stretch>
          </p:blipFill>
          <p:spPr>
            <a:xfrm>
              <a:off x="2060611" y="2234280"/>
              <a:ext cx="97337" cy="134142"/>
            </a:xfrm>
            <a:prstGeom prst="rect">
              <a:avLst/>
            </a:prstGeom>
          </p:spPr>
        </p:pic>
        <p:sp>
          <p:nvSpPr>
            <p:cNvPr id="15" name="object 9">
              <a:extLst>
                <a:ext uri="{FF2B5EF4-FFF2-40B4-BE49-F238E27FC236}">
                  <a16:creationId xmlns:a16="http://schemas.microsoft.com/office/drawing/2014/main" id="{830FC8C0-7549-A2FB-AE98-C78E2EF0C1A2}"/>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6" name="object 10">
              <a:extLst>
                <a:ext uri="{FF2B5EF4-FFF2-40B4-BE49-F238E27FC236}">
                  <a16:creationId xmlns:a16="http://schemas.microsoft.com/office/drawing/2014/main" id="{760AD8DF-1C78-5DB9-F9D7-27EEDD80C4B1}"/>
                </a:ext>
              </a:extLst>
            </p:cNvPr>
            <p:cNvPicPr/>
            <p:nvPr/>
          </p:nvPicPr>
          <p:blipFill>
            <a:blip r:embed="rId4" cstate="print"/>
            <a:stretch>
              <a:fillRect/>
            </a:stretch>
          </p:blipFill>
          <p:spPr>
            <a:xfrm>
              <a:off x="2264586" y="2234280"/>
              <a:ext cx="113221" cy="134142"/>
            </a:xfrm>
            <a:prstGeom prst="rect">
              <a:avLst/>
            </a:prstGeom>
          </p:spPr>
        </p:pic>
        <p:sp>
          <p:nvSpPr>
            <p:cNvPr id="17" name="object 11">
              <a:extLst>
                <a:ext uri="{FF2B5EF4-FFF2-40B4-BE49-F238E27FC236}">
                  <a16:creationId xmlns:a16="http://schemas.microsoft.com/office/drawing/2014/main" id="{1EE940A9-2D1F-3C2D-94A4-12A59DD015A8}"/>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8" name="object 12">
              <a:extLst>
                <a:ext uri="{FF2B5EF4-FFF2-40B4-BE49-F238E27FC236}">
                  <a16:creationId xmlns:a16="http://schemas.microsoft.com/office/drawing/2014/main" id="{C3246068-AA61-D98F-4308-40651891D36B}"/>
                </a:ext>
              </a:extLst>
            </p:cNvPr>
            <p:cNvPicPr/>
            <p:nvPr/>
          </p:nvPicPr>
          <p:blipFill>
            <a:blip r:embed="rId5" cstate="print"/>
            <a:stretch>
              <a:fillRect/>
            </a:stretch>
          </p:blipFill>
          <p:spPr>
            <a:xfrm>
              <a:off x="2530110" y="2234284"/>
              <a:ext cx="92311" cy="134142"/>
            </a:xfrm>
            <a:prstGeom prst="rect">
              <a:avLst/>
            </a:prstGeom>
          </p:spPr>
        </p:pic>
        <p:pic>
          <p:nvPicPr>
            <p:cNvPr id="19" name="object 13">
              <a:extLst>
                <a:ext uri="{FF2B5EF4-FFF2-40B4-BE49-F238E27FC236}">
                  <a16:creationId xmlns:a16="http://schemas.microsoft.com/office/drawing/2014/main" id="{783E8277-DC94-A9A3-1B46-50A102198E44}"/>
                </a:ext>
              </a:extLst>
            </p:cNvPr>
            <p:cNvPicPr/>
            <p:nvPr/>
          </p:nvPicPr>
          <p:blipFill>
            <a:blip r:embed="rId6" cstate="print"/>
            <a:stretch>
              <a:fillRect/>
            </a:stretch>
          </p:blipFill>
          <p:spPr>
            <a:xfrm>
              <a:off x="2650302" y="2231664"/>
              <a:ext cx="85264" cy="139576"/>
            </a:xfrm>
            <a:prstGeom prst="rect">
              <a:avLst/>
            </a:prstGeom>
          </p:spPr>
        </p:pic>
        <p:sp>
          <p:nvSpPr>
            <p:cNvPr id="20" name="object 14">
              <a:extLst>
                <a:ext uri="{FF2B5EF4-FFF2-40B4-BE49-F238E27FC236}">
                  <a16:creationId xmlns:a16="http://schemas.microsoft.com/office/drawing/2014/main" id="{0E1E2656-AD87-848A-4A78-6F5CB06F491C}"/>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21" name="object 15">
              <a:extLst>
                <a:ext uri="{FF2B5EF4-FFF2-40B4-BE49-F238E27FC236}">
                  <a16:creationId xmlns:a16="http://schemas.microsoft.com/office/drawing/2014/main" id="{F6BD4A6F-EF68-3497-4E42-98FC935FEB5B}"/>
                </a:ext>
              </a:extLst>
            </p:cNvPr>
            <p:cNvPicPr/>
            <p:nvPr/>
          </p:nvPicPr>
          <p:blipFill>
            <a:blip r:embed="rId7" cstate="print"/>
            <a:stretch>
              <a:fillRect/>
            </a:stretch>
          </p:blipFill>
          <p:spPr>
            <a:xfrm>
              <a:off x="2830980" y="2233925"/>
              <a:ext cx="217271" cy="134620"/>
            </a:xfrm>
            <a:prstGeom prst="rect">
              <a:avLst/>
            </a:prstGeom>
          </p:spPr>
        </p:pic>
        <p:pic>
          <p:nvPicPr>
            <p:cNvPr id="22" name="object 16">
              <a:extLst>
                <a:ext uri="{FF2B5EF4-FFF2-40B4-BE49-F238E27FC236}">
                  <a16:creationId xmlns:a16="http://schemas.microsoft.com/office/drawing/2014/main" id="{C862D5FF-A2CD-D2A8-96E1-F676917CC90B}"/>
                </a:ext>
              </a:extLst>
            </p:cNvPr>
            <p:cNvPicPr/>
            <p:nvPr/>
          </p:nvPicPr>
          <p:blipFill>
            <a:blip r:embed="rId8" cstate="print"/>
            <a:stretch>
              <a:fillRect/>
            </a:stretch>
          </p:blipFill>
          <p:spPr>
            <a:xfrm>
              <a:off x="3137399" y="2231666"/>
              <a:ext cx="122581" cy="139377"/>
            </a:xfrm>
            <a:prstGeom prst="rect">
              <a:avLst/>
            </a:prstGeom>
          </p:spPr>
        </p:pic>
        <p:pic>
          <p:nvPicPr>
            <p:cNvPr id="23" name="object 17">
              <a:extLst>
                <a:ext uri="{FF2B5EF4-FFF2-40B4-BE49-F238E27FC236}">
                  <a16:creationId xmlns:a16="http://schemas.microsoft.com/office/drawing/2014/main" id="{B26CF7CB-7FF5-9141-9031-31DC9D8C15B2}"/>
                </a:ext>
              </a:extLst>
            </p:cNvPr>
            <p:cNvPicPr/>
            <p:nvPr/>
          </p:nvPicPr>
          <p:blipFill>
            <a:blip r:embed="rId9" cstate="print"/>
            <a:stretch>
              <a:fillRect/>
            </a:stretch>
          </p:blipFill>
          <p:spPr>
            <a:xfrm>
              <a:off x="3302992" y="2234285"/>
              <a:ext cx="72594" cy="134132"/>
            </a:xfrm>
            <a:prstGeom prst="rect">
              <a:avLst/>
            </a:prstGeom>
          </p:spPr>
        </p:pic>
        <p:sp>
          <p:nvSpPr>
            <p:cNvPr id="24" name="object 18">
              <a:extLst>
                <a:ext uri="{FF2B5EF4-FFF2-40B4-BE49-F238E27FC236}">
                  <a16:creationId xmlns:a16="http://schemas.microsoft.com/office/drawing/2014/main" id="{164E6307-7E7C-50D9-AE50-9AB7476CC573}"/>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5" name="object 19">
              <a:extLst>
                <a:ext uri="{FF2B5EF4-FFF2-40B4-BE49-F238E27FC236}">
                  <a16:creationId xmlns:a16="http://schemas.microsoft.com/office/drawing/2014/main" id="{47D8A985-8EDD-58D8-498D-844D78F4F8C2}"/>
                </a:ext>
              </a:extLst>
            </p:cNvPr>
            <p:cNvPicPr/>
            <p:nvPr/>
          </p:nvPicPr>
          <p:blipFill>
            <a:blip r:embed="rId10" cstate="print"/>
            <a:stretch>
              <a:fillRect/>
            </a:stretch>
          </p:blipFill>
          <p:spPr>
            <a:xfrm>
              <a:off x="2821167" y="926515"/>
              <a:ext cx="915186" cy="1092200"/>
            </a:xfrm>
            <a:prstGeom prst="rect">
              <a:avLst/>
            </a:prstGeom>
          </p:spPr>
        </p:pic>
      </p:grpSp>
      <p:sp>
        <p:nvSpPr>
          <p:cNvPr id="26" name="Freeform: Shape 37">
            <a:extLst>
              <a:ext uri="{FF2B5EF4-FFF2-40B4-BE49-F238E27FC236}">
                <a16:creationId xmlns:a16="http://schemas.microsoft.com/office/drawing/2014/main" id="{F54C7C58-B652-71FF-BE25-2C65AC4A2109}"/>
              </a:ext>
            </a:extLst>
          </p:cNvPr>
          <p:cNvSpPr/>
          <p:nvPr userDrawn="1"/>
        </p:nvSpPr>
        <p:spPr>
          <a:xfrm>
            <a:off x="3543301" y="1143257"/>
            <a:ext cx="8648700" cy="5725965"/>
          </a:xfrm>
          <a:custGeom>
            <a:avLst/>
            <a:gdLst>
              <a:gd name="connsiteX0" fmla="*/ 14720601 w 17297399"/>
              <a:gd name="connsiteY0" fmla="*/ 11010155 h 11451929"/>
              <a:gd name="connsiteX1" fmla="*/ 14720727 w 17297399"/>
              <a:gd name="connsiteY1" fmla="*/ 11010282 h 11451929"/>
              <a:gd name="connsiteX2" fmla="*/ 14720601 w 17297399"/>
              <a:gd name="connsiteY2" fmla="*/ 11010256 h 11451929"/>
              <a:gd name="connsiteX3" fmla="*/ 6030463 w 17297399"/>
              <a:gd name="connsiteY3" fmla="*/ 618027 h 11451929"/>
              <a:gd name="connsiteX4" fmla="*/ 1948181 w 17297399"/>
              <a:gd name="connsiteY4" fmla="*/ 5725393 h 11451929"/>
              <a:gd name="connsiteX5" fmla="*/ 6030463 w 17297399"/>
              <a:gd name="connsiteY5" fmla="*/ 10844839 h 11451929"/>
              <a:gd name="connsiteX6" fmla="*/ 10119611 w 17297399"/>
              <a:gd name="connsiteY6" fmla="*/ 5725393 h 11451929"/>
              <a:gd name="connsiteX7" fmla="*/ 6030463 w 17297399"/>
              <a:gd name="connsiteY7" fmla="*/ 618027 h 11451929"/>
              <a:gd name="connsiteX8" fmla="*/ 10570159 w 17297399"/>
              <a:gd name="connsiteY8" fmla="*/ 7248 h 11451929"/>
              <a:gd name="connsiteX9" fmla="*/ 15809267 w 17297399"/>
              <a:gd name="connsiteY9" fmla="*/ 7248 h 11451929"/>
              <a:gd name="connsiteX10" fmla="*/ 15809267 w 17297399"/>
              <a:gd name="connsiteY10" fmla="*/ 452329 h 11451929"/>
              <a:gd name="connsiteX11" fmla="*/ 14687155 w 17297399"/>
              <a:gd name="connsiteY11" fmla="*/ 645367 h 11451929"/>
              <a:gd name="connsiteX12" fmla="*/ 14559355 w 17297399"/>
              <a:gd name="connsiteY12" fmla="*/ 1058402 h 11451929"/>
              <a:gd name="connsiteX13" fmla="*/ 17191055 w 17297399"/>
              <a:gd name="connsiteY13" fmla="*/ 4653765 h 11451929"/>
              <a:gd name="connsiteX14" fmla="*/ 17258071 w 17297399"/>
              <a:gd name="connsiteY14" fmla="*/ 4653765 h 11451929"/>
              <a:gd name="connsiteX15" fmla="*/ 17297399 w 17297399"/>
              <a:gd name="connsiteY15" fmla="*/ 4602936 h 11451929"/>
              <a:gd name="connsiteX16" fmla="*/ 17297399 w 17297399"/>
              <a:gd name="connsiteY16" fmla="*/ 7562483 h 11451929"/>
              <a:gd name="connsiteX17" fmla="*/ 16529791 w 17297399"/>
              <a:gd name="connsiteY17" fmla="*/ 6525266 h 11451929"/>
              <a:gd name="connsiteX18" fmla="*/ 16465063 w 17297399"/>
              <a:gd name="connsiteY18" fmla="*/ 6525266 h 11451929"/>
              <a:gd name="connsiteX19" fmla="*/ 13533379 w 17297399"/>
              <a:gd name="connsiteY19" fmla="*/ 10403827 h 11451929"/>
              <a:gd name="connsiteX20" fmla="*/ 13664743 w 17297399"/>
              <a:gd name="connsiteY20" fmla="*/ 10788504 h 11451929"/>
              <a:gd name="connsiteX21" fmla="*/ 14720601 w 17297399"/>
              <a:gd name="connsiteY21" fmla="*/ 11010256 h 11451929"/>
              <a:gd name="connsiteX22" fmla="*/ 14720601 w 17297399"/>
              <a:gd name="connsiteY22" fmla="*/ 11429488 h 11451929"/>
              <a:gd name="connsiteX23" fmla="*/ 10469063 w 17297399"/>
              <a:gd name="connsiteY23" fmla="*/ 11429488 h 11451929"/>
              <a:gd name="connsiteX24" fmla="*/ 10469063 w 17297399"/>
              <a:gd name="connsiteY24" fmla="*/ 11010155 h 11451929"/>
              <a:gd name="connsiteX25" fmla="*/ 11522631 w 17297399"/>
              <a:gd name="connsiteY25" fmla="*/ 10788377 h 11451929"/>
              <a:gd name="connsiteX26" fmla="*/ 12448019 w 17297399"/>
              <a:gd name="connsiteY26" fmla="*/ 10274500 h 11451929"/>
              <a:gd name="connsiteX27" fmla="*/ 16007901 w 17297399"/>
              <a:gd name="connsiteY27" fmla="*/ 5886639 h 11451929"/>
              <a:gd name="connsiteX28" fmla="*/ 12448019 w 17297399"/>
              <a:gd name="connsiteY28" fmla="*/ 1251821 h 11451929"/>
              <a:gd name="connsiteX29" fmla="*/ 11556075 w 17297399"/>
              <a:gd name="connsiteY29" fmla="*/ 676650 h 11451929"/>
              <a:gd name="connsiteX30" fmla="*/ 10570159 w 17297399"/>
              <a:gd name="connsiteY30" fmla="*/ 452329 h 11451929"/>
              <a:gd name="connsiteX31" fmla="*/ 6030463 w 17297399"/>
              <a:gd name="connsiteY31" fmla="*/ 0 h 11451929"/>
              <a:gd name="connsiteX32" fmla="*/ 12060927 w 17297399"/>
              <a:gd name="connsiteY32" fmla="*/ 5663717 h 11451929"/>
              <a:gd name="connsiteX33" fmla="*/ 6030463 w 17297399"/>
              <a:gd name="connsiteY33" fmla="*/ 11451929 h 11451929"/>
              <a:gd name="connsiteX34" fmla="*/ 0 w 17297399"/>
              <a:gd name="connsiteY34" fmla="*/ 5787196 h 11451929"/>
              <a:gd name="connsiteX35" fmla="*/ 6030463 w 17297399"/>
              <a:gd name="connsiteY35" fmla="*/ 0 h 1145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297399" h="11451929">
                <a:moveTo>
                  <a:pt x="14720601" y="11010155"/>
                </a:moveTo>
                <a:lnTo>
                  <a:pt x="14720727" y="11010282"/>
                </a:lnTo>
                <a:lnTo>
                  <a:pt x="14720601" y="11010256"/>
                </a:lnTo>
                <a:close/>
                <a:moveTo>
                  <a:pt x="6030463" y="618027"/>
                </a:moveTo>
                <a:cubicBezTo>
                  <a:pt x="3223910" y="618027"/>
                  <a:pt x="1948181" y="3109971"/>
                  <a:pt x="1948181" y="5725393"/>
                </a:cubicBezTo>
                <a:cubicBezTo>
                  <a:pt x="1948181" y="8774196"/>
                  <a:pt x="3447849" y="10844839"/>
                  <a:pt x="6030463" y="10844839"/>
                </a:cubicBezTo>
                <a:cubicBezTo>
                  <a:pt x="8841339" y="10844839"/>
                  <a:pt x="10119611" y="8347046"/>
                  <a:pt x="10119611" y="5725393"/>
                </a:cubicBezTo>
                <a:cubicBezTo>
                  <a:pt x="10119611" y="2677479"/>
                  <a:pt x="8618671" y="618027"/>
                  <a:pt x="6030463" y="618027"/>
                </a:cubicBezTo>
                <a:close/>
                <a:moveTo>
                  <a:pt x="10570159" y="7248"/>
                </a:moveTo>
                <a:lnTo>
                  <a:pt x="15809267" y="7248"/>
                </a:lnTo>
                <a:lnTo>
                  <a:pt x="15809267" y="452329"/>
                </a:lnTo>
                <a:lnTo>
                  <a:pt x="14687155" y="645367"/>
                </a:lnTo>
                <a:cubicBezTo>
                  <a:pt x="14326513" y="708060"/>
                  <a:pt x="14359959" y="802544"/>
                  <a:pt x="14559355" y="1058402"/>
                </a:cubicBezTo>
                <a:lnTo>
                  <a:pt x="17191055" y="4653765"/>
                </a:lnTo>
                <a:lnTo>
                  <a:pt x="17258071" y="4653765"/>
                </a:lnTo>
                <a:lnTo>
                  <a:pt x="17297399" y="4602936"/>
                </a:lnTo>
                <a:lnTo>
                  <a:pt x="17297399" y="7562483"/>
                </a:lnTo>
                <a:lnTo>
                  <a:pt x="16529791" y="6525266"/>
                </a:lnTo>
                <a:lnTo>
                  <a:pt x="16465063" y="6525266"/>
                </a:lnTo>
                <a:lnTo>
                  <a:pt x="13533379" y="10403827"/>
                </a:lnTo>
                <a:cubicBezTo>
                  <a:pt x="13334363" y="10659050"/>
                  <a:pt x="13302827" y="10723523"/>
                  <a:pt x="13664743" y="10788504"/>
                </a:cubicBezTo>
                <a:lnTo>
                  <a:pt x="14720601" y="11010256"/>
                </a:lnTo>
                <a:lnTo>
                  <a:pt x="14720601" y="11429488"/>
                </a:lnTo>
                <a:lnTo>
                  <a:pt x="10469063" y="11429488"/>
                </a:lnTo>
                <a:lnTo>
                  <a:pt x="10469063" y="11010155"/>
                </a:lnTo>
                <a:lnTo>
                  <a:pt x="11522631" y="10788377"/>
                </a:lnTo>
                <a:cubicBezTo>
                  <a:pt x="11917991" y="10690714"/>
                  <a:pt x="12215559" y="10566345"/>
                  <a:pt x="12448019" y="10274500"/>
                </a:cubicBezTo>
                <a:lnTo>
                  <a:pt x="16007901" y="5886639"/>
                </a:lnTo>
                <a:lnTo>
                  <a:pt x="12448019" y="1251821"/>
                </a:lnTo>
                <a:cubicBezTo>
                  <a:pt x="12215559" y="932126"/>
                  <a:pt x="11917991" y="771388"/>
                  <a:pt x="11556075" y="676650"/>
                </a:cubicBezTo>
                <a:lnTo>
                  <a:pt x="10570159" y="452329"/>
                </a:lnTo>
                <a:close/>
                <a:moveTo>
                  <a:pt x="6030463" y="0"/>
                </a:moveTo>
                <a:cubicBezTo>
                  <a:pt x="9377852" y="0"/>
                  <a:pt x="12060927" y="2460534"/>
                  <a:pt x="12060927" y="5663717"/>
                </a:cubicBezTo>
                <a:cubicBezTo>
                  <a:pt x="12060927" y="9020644"/>
                  <a:pt x="9381666" y="11451929"/>
                  <a:pt x="6030463" y="11451929"/>
                </a:cubicBezTo>
                <a:cubicBezTo>
                  <a:pt x="2679258" y="11451929"/>
                  <a:pt x="0" y="8989488"/>
                  <a:pt x="0" y="5787196"/>
                </a:cubicBezTo>
                <a:cubicBezTo>
                  <a:pt x="0" y="2584902"/>
                  <a:pt x="2683073" y="0"/>
                  <a:pt x="6030463" y="0"/>
                </a:cubicBezTo>
                <a:close/>
              </a:path>
            </a:pathLst>
          </a:custGeom>
          <a:solidFill>
            <a:srgbClr val="193759"/>
          </a:solidFill>
          <a:ln w="0" cap="flat">
            <a:noFill/>
            <a:prstDash val="solid"/>
            <a:miter/>
          </a:ln>
        </p:spPr>
        <p:txBody>
          <a:bodyPr rtlCol="0" anchor="ctr"/>
          <a:lstStyle/>
          <a:p>
            <a:endParaRPr lang="en-GB" sz="900"/>
          </a:p>
        </p:txBody>
      </p:sp>
      <p:sp>
        <p:nvSpPr>
          <p:cNvPr id="27" name="Title 1">
            <a:extLst>
              <a:ext uri="{FF2B5EF4-FFF2-40B4-BE49-F238E27FC236}">
                <a16:creationId xmlns:a16="http://schemas.microsoft.com/office/drawing/2014/main" id="{0EE5D12B-F6E7-1B88-78BC-73433EBF351E}"/>
              </a:ext>
            </a:extLst>
          </p:cNvPr>
          <p:cNvSpPr>
            <a:spLocks noGrp="1"/>
          </p:cNvSpPr>
          <p:nvPr>
            <p:ph type="ctrTitle" hasCustomPrompt="1"/>
          </p:nvPr>
        </p:nvSpPr>
        <p:spPr>
          <a:xfrm>
            <a:off x="1016000" y="2908901"/>
            <a:ext cx="6318250" cy="1290830"/>
          </a:xfrm>
        </p:spPr>
        <p:txBody>
          <a:bodyPr anchor="b"/>
          <a:lstStyle>
            <a:lvl1pPr algn="l">
              <a:lnSpc>
                <a:spcPts val="3900"/>
              </a:lnSpc>
              <a:defRPr sz="3400">
                <a:solidFill>
                  <a:schemeClr val="bg1"/>
                </a:solidFill>
              </a:defRPr>
            </a:lvl1pPr>
          </a:lstStyle>
          <a:p>
            <a:r>
              <a:rPr lang="en-GB" dirty="0"/>
              <a:t>Title</a:t>
            </a:r>
            <a:endParaRPr lang="en-US" dirty="0"/>
          </a:p>
        </p:txBody>
      </p:sp>
      <p:sp>
        <p:nvSpPr>
          <p:cNvPr id="28" name="Subtitle 2">
            <a:extLst>
              <a:ext uri="{FF2B5EF4-FFF2-40B4-BE49-F238E27FC236}">
                <a16:creationId xmlns:a16="http://schemas.microsoft.com/office/drawing/2014/main" id="{E4048665-15FD-C3C8-06F4-F29C8409062A}"/>
              </a:ext>
            </a:extLst>
          </p:cNvPr>
          <p:cNvSpPr>
            <a:spLocks noGrp="1"/>
          </p:cNvSpPr>
          <p:nvPr>
            <p:ph type="subTitle" idx="1" hasCustomPrompt="1"/>
          </p:nvPr>
        </p:nvSpPr>
        <p:spPr>
          <a:xfrm>
            <a:off x="1016000" y="4325586"/>
            <a:ext cx="4295775" cy="341029"/>
          </a:xfrm>
        </p:spPr>
        <p:txBody>
          <a:bodyPr/>
          <a:lstStyle>
            <a:lvl1pPr marL="0" indent="0" algn="l">
              <a:lnSpc>
                <a:spcPts val="1800"/>
              </a:lnSpc>
              <a:spcBef>
                <a:spcPts val="0"/>
              </a:spcBef>
              <a:buNone/>
              <a:defRPr sz="1700" cap="all" spc="65"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Speaker name | Date</a:t>
            </a:r>
            <a:endParaRPr lang="en-US" dirty="0"/>
          </a:p>
        </p:txBody>
      </p:sp>
    </p:spTree>
    <p:extLst>
      <p:ext uri="{BB962C8B-B14F-4D97-AF65-F5344CB8AC3E}">
        <p14:creationId xmlns:p14="http://schemas.microsoft.com/office/powerpoint/2010/main" val="884775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4648C25F-5F87-8627-60D6-91179D97EC45}"/>
              </a:ext>
            </a:extLst>
          </p:cNvPr>
          <p:cNvSpPr/>
          <p:nvPr userDrawn="1"/>
        </p:nvSpPr>
        <p:spPr>
          <a:xfrm>
            <a:off x="428" y="1143257"/>
            <a:ext cx="12192000" cy="5714744"/>
          </a:xfrm>
          <a:custGeom>
            <a:avLst/>
            <a:gdLst/>
            <a:ahLst/>
            <a:cxnLst/>
            <a:rect l="l" t="t" r="r" b="b"/>
            <a:pathLst>
              <a:path w="20104100" h="9424035">
                <a:moveTo>
                  <a:pt x="20104099" y="0"/>
                </a:moveTo>
                <a:lnTo>
                  <a:pt x="0" y="0"/>
                </a:lnTo>
                <a:lnTo>
                  <a:pt x="0" y="9423482"/>
                </a:lnTo>
                <a:lnTo>
                  <a:pt x="20104099" y="9423482"/>
                </a:lnTo>
                <a:lnTo>
                  <a:pt x="20104099" y="0"/>
                </a:lnTo>
                <a:close/>
              </a:path>
            </a:pathLst>
          </a:custGeom>
          <a:solidFill>
            <a:srgbClr val="002147"/>
          </a:solidFill>
        </p:spPr>
        <p:txBody>
          <a:bodyPr wrap="square" lIns="0" tIns="0" rIns="0" bIns="0" rtlCol="0"/>
          <a:lstStyle/>
          <a:p>
            <a:endParaRPr sz="900"/>
          </a:p>
        </p:txBody>
      </p:sp>
      <p:sp>
        <p:nvSpPr>
          <p:cNvPr id="38" name="Freeform: Shape 37">
            <a:extLst>
              <a:ext uri="{FF2B5EF4-FFF2-40B4-BE49-F238E27FC236}">
                <a16:creationId xmlns:a16="http://schemas.microsoft.com/office/drawing/2014/main" id="{60F752A4-9620-D91E-7B32-C5781C400D2E}"/>
              </a:ext>
            </a:extLst>
          </p:cNvPr>
          <p:cNvSpPr/>
          <p:nvPr userDrawn="1"/>
        </p:nvSpPr>
        <p:spPr>
          <a:xfrm>
            <a:off x="3543301" y="1143257"/>
            <a:ext cx="8648700" cy="5725965"/>
          </a:xfrm>
          <a:custGeom>
            <a:avLst/>
            <a:gdLst>
              <a:gd name="connsiteX0" fmla="*/ 14720601 w 17297399"/>
              <a:gd name="connsiteY0" fmla="*/ 11010155 h 11451929"/>
              <a:gd name="connsiteX1" fmla="*/ 14720727 w 17297399"/>
              <a:gd name="connsiteY1" fmla="*/ 11010282 h 11451929"/>
              <a:gd name="connsiteX2" fmla="*/ 14720601 w 17297399"/>
              <a:gd name="connsiteY2" fmla="*/ 11010256 h 11451929"/>
              <a:gd name="connsiteX3" fmla="*/ 6030463 w 17297399"/>
              <a:gd name="connsiteY3" fmla="*/ 618027 h 11451929"/>
              <a:gd name="connsiteX4" fmla="*/ 1948181 w 17297399"/>
              <a:gd name="connsiteY4" fmla="*/ 5725393 h 11451929"/>
              <a:gd name="connsiteX5" fmla="*/ 6030463 w 17297399"/>
              <a:gd name="connsiteY5" fmla="*/ 10844839 h 11451929"/>
              <a:gd name="connsiteX6" fmla="*/ 10119611 w 17297399"/>
              <a:gd name="connsiteY6" fmla="*/ 5725393 h 11451929"/>
              <a:gd name="connsiteX7" fmla="*/ 6030463 w 17297399"/>
              <a:gd name="connsiteY7" fmla="*/ 618027 h 11451929"/>
              <a:gd name="connsiteX8" fmla="*/ 10570159 w 17297399"/>
              <a:gd name="connsiteY8" fmla="*/ 7248 h 11451929"/>
              <a:gd name="connsiteX9" fmla="*/ 15809267 w 17297399"/>
              <a:gd name="connsiteY9" fmla="*/ 7248 h 11451929"/>
              <a:gd name="connsiteX10" fmla="*/ 15809267 w 17297399"/>
              <a:gd name="connsiteY10" fmla="*/ 452329 h 11451929"/>
              <a:gd name="connsiteX11" fmla="*/ 14687155 w 17297399"/>
              <a:gd name="connsiteY11" fmla="*/ 645367 h 11451929"/>
              <a:gd name="connsiteX12" fmla="*/ 14559355 w 17297399"/>
              <a:gd name="connsiteY12" fmla="*/ 1058402 h 11451929"/>
              <a:gd name="connsiteX13" fmla="*/ 17191055 w 17297399"/>
              <a:gd name="connsiteY13" fmla="*/ 4653765 h 11451929"/>
              <a:gd name="connsiteX14" fmla="*/ 17258071 w 17297399"/>
              <a:gd name="connsiteY14" fmla="*/ 4653765 h 11451929"/>
              <a:gd name="connsiteX15" fmla="*/ 17297399 w 17297399"/>
              <a:gd name="connsiteY15" fmla="*/ 4602936 h 11451929"/>
              <a:gd name="connsiteX16" fmla="*/ 17297399 w 17297399"/>
              <a:gd name="connsiteY16" fmla="*/ 7562483 h 11451929"/>
              <a:gd name="connsiteX17" fmla="*/ 16529791 w 17297399"/>
              <a:gd name="connsiteY17" fmla="*/ 6525266 h 11451929"/>
              <a:gd name="connsiteX18" fmla="*/ 16465063 w 17297399"/>
              <a:gd name="connsiteY18" fmla="*/ 6525266 h 11451929"/>
              <a:gd name="connsiteX19" fmla="*/ 13533379 w 17297399"/>
              <a:gd name="connsiteY19" fmla="*/ 10403827 h 11451929"/>
              <a:gd name="connsiteX20" fmla="*/ 13664743 w 17297399"/>
              <a:gd name="connsiteY20" fmla="*/ 10788504 h 11451929"/>
              <a:gd name="connsiteX21" fmla="*/ 14720601 w 17297399"/>
              <a:gd name="connsiteY21" fmla="*/ 11010256 h 11451929"/>
              <a:gd name="connsiteX22" fmla="*/ 14720601 w 17297399"/>
              <a:gd name="connsiteY22" fmla="*/ 11429488 h 11451929"/>
              <a:gd name="connsiteX23" fmla="*/ 10469063 w 17297399"/>
              <a:gd name="connsiteY23" fmla="*/ 11429488 h 11451929"/>
              <a:gd name="connsiteX24" fmla="*/ 10469063 w 17297399"/>
              <a:gd name="connsiteY24" fmla="*/ 11010155 h 11451929"/>
              <a:gd name="connsiteX25" fmla="*/ 11522631 w 17297399"/>
              <a:gd name="connsiteY25" fmla="*/ 10788377 h 11451929"/>
              <a:gd name="connsiteX26" fmla="*/ 12448019 w 17297399"/>
              <a:gd name="connsiteY26" fmla="*/ 10274500 h 11451929"/>
              <a:gd name="connsiteX27" fmla="*/ 16007901 w 17297399"/>
              <a:gd name="connsiteY27" fmla="*/ 5886639 h 11451929"/>
              <a:gd name="connsiteX28" fmla="*/ 12448019 w 17297399"/>
              <a:gd name="connsiteY28" fmla="*/ 1251821 h 11451929"/>
              <a:gd name="connsiteX29" fmla="*/ 11556075 w 17297399"/>
              <a:gd name="connsiteY29" fmla="*/ 676650 h 11451929"/>
              <a:gd name="connsiteX30" fmla="*/ 10570159 w 17297399"/>
              <a:gd name="connsiteY30" fmla="*/ 452329 h 11451929"/>
              <a:gd name="connsiteX31" fmla="*/ 6030463 w 17297399"/>
              <a:gd name="connsiteY31" fmla="*/ 0 h 11451929"/>
              <a:gd name="connsiteX32" fmla="*/ 12060927 w 17297399"/>
              <a:gd name="connsiteY32" fmla="*/ 5663717 h 11451929"/>
              <a:gd name="connsiteX33" fmla="*/ 6030463 w 17297399"/>
              <a:gd name="connsiteY33" fmla="*/ 11451929 h 11451929"/>
              <a:gd name="connsiteX34" fmla="*/ 0 w 17297399"/>
              <a:gd name="connsiteY34" fmla="*/ 5787196 h 11451929"/>
              <a:gd name="connsiteX35" fmla="*/ 6030463 w 17297399"/>
              <a:gd name="connsiteY35" fmla="*/ 0 h 1145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297399" h="11451929">
                <a:moveTo>
                  <a:pt x="14720601" y="11010155"/>
                </a:moveTo>
                <a:lnTo>
                  <a:pt x="14720727" y="11010282"/>
                </a:lnTo>
                <a:lnTo>
                  <a:pt x="14720601" y="11010256"/>
                </a:lnTo>
                <a:close/>
                <a:moveTo>
                  <a:pt x="6030463" y="618027"/>
                </a:moveTo>
                <a:cubicBezTo>
                  <a:pt x="3223910" y="618027"/>
                  <a:pt x="1948181" y="3109971"/>
                  <a:pt x="1948181" y="5725393"/>
                </a:cubicBezTo>
                <a:cubicBezTo>
                  <a:pt x="1948181" y="8774196"/>
                  <a:pt x="3447849" y="10844839"/>
                  <a:pt x="6030463" y="10844839"/>
                </a:cubicBezTo>
                <a:cubicBezTo>
                  <a:pt x="8841339" y="10844839"/>
                  <a:pt x="10119611" y="8347046"/>
                  <a:pt x="10119611" y="5725393"/>
                </a:cubicBezTo>
                <a:cubicBezTo>
                  <a:pt x="10119611" y="2677479"/>
                  <a:pt x="8618671" y="618027"/>
                  <a:pt x="6030463" y="618027"/>
                </a:cubicBezTo>
                <a:close/>
                <a:moveTo>
                  <a:pt x="10570159" y="7248"/>
                </a:moveTo>
                <a:lnTo>
                  <a:pt x="15809267" y="7248"/>
                </a:lnTo>
                <a:lnTo>
                  <a:pt x="15809267" y="452329"/>
                </a:lnTo>
                <a:lnTo>
                  <a:pt x="14687155" y="645367"/>
                </a:lnTo>
                <a:cubicBezTo>
                  <a:pt x="14326513" y="708060"/>
                  <a:pt x="14359959" y="802544"/>
                  <a:pt x="14559355" y="1058402"/>
                </a:cubicBezTo>
                <a:lnTo>
                  <a:pt x="17191055" y="4653765"/>
                </a:lnTo>
                <a:lnTo>
                  <a:pt x="17258071" y="4653765"/>
                </a:lnTo>
                <a:lnTo>
                  <a:pt x="17297399" y="4602936"/>
                </a:lnTo>
                <a:lnTo>
                  <a:pt x="17297399" y="7562483"/>
                </a:lnTo>
                <a:lnTo>
                  <a:pt x="16529791" y="6525266"/>
                </a:lnTo>
                <a:lnTo>
                  <a:pt x="16465063" y="6525266"/>
                </a:lnTo>
                <a:lnTo>
                  <a:pt x="13533379" y="10403827"/>
                </a:lnTo>
                <a:cubicBezTo>
                  <a:pt x="13334363" y="10659050"/>
                  <a:pt x="13302827" y="10723523"/>
                  <a:pt x="13664743" y="10788504"/>
                </a:cubicBezTo>
                <a:lnTo>
                  <a:pt x="14720601" y="11010256"/>
                </a:lnTo>
                <a:lnTo>
                  <a:pt x="14720601" y="11429488"/>
                </a:lnTo>
                <a:lnTo>
                  <a:pt x="10469063" y="11429488"/>
                </a:lnTo>
                <a:lnTo>
                  <a:pt x="10469063" y="11010155"/>
                </a:lnTo>
                <a:lnTo>
                  <a:pt x="11522631" y="10788377"/>
                </a:lnTo>
                <a:cubicBezTo>
                  <a:pt x="11917991" y="10690714"/>
                  <a:pt x="12215559" y="10566345"/>
                  <a:pt x="12448019" y="10274500"/>
                </a:cubicBezTo>
                <a:lnTo>
                  <a:pt x="16007901" y="5886639"/>
                </a:lnTo>
                <a:lnTo>
                  <a:pt x="12448019" y="1251821"/>
                </a:lnTo>
                <a:cubicBezTo>
                  <a:pt x="12215559" y="932126"/>
                  <a:pt x="11917991" y="771388"/>
                  <a:pt x="11556075" y="676650"/>
                </a:cubicBezTo>
                <a:lnTo>
                  <a:pt x="10570159" y="452329"/>
                </a:lnTo>
                <a:close/>
                <a:moveTo>
                  <a:pt x="6030463" y="0"/>
                </a:moveTo>
                <a:cubicBezTo>
                  <a:pt x="9377852" y="0"/>
                  <a:pt x="12060927" y="2460534"/>
                  <a:pt x="12060927" y="5663717"/>
                </a:cubicBezTo>
                <a:cubicBezTo>
                  <a:pt x="12060927" y="9020644"/>
                  <a:pt x="9381666" y="11451929"/>
                  <a:pt x="6030463" y="11451929"/>
                </a:cubicBezTo>
                <a:cubicBezTo>
                  <a:pt x="2679258" y="11451929"/>
                  <a:pt x="0" y="8989488"/>
                  <a:pt x="0" y="5787196"/>
                </a:cubicBezTo>
                <a:cubicBezTo>
                  <a:pt x="0" y="2584902"/>
                  <a:pt x="2683073" y="0"/>
                  <a:pt x="6030463" y="0"/>
                </a:cubicBezTo>
                <a:close/>
              </a:path>
            </a:pathLst>
          </a:custGeom>
          <a:solidFill>
            <a:srgbClr val="193759"/>
          </a:solidFill>
          <a:ln w="0" cap="flat">
            <a:noFill/>
            <a:prstDash val="solid"/>
            <a:miter/>
          </a:ln>
        </p:spPr>
        <p:txBody>
          <a:bodyPr rtlCol="0" anchor="ctr"/>
          <a:lstStyle/>
          <a:p>
            <a:endParaRPr lang="en-GB" sz="900"/>
          </a:p>
        </p:txBody>
      </p:sp>
      <p:grpSp>
        <p:nvGrpSpPr>
          <p:cNvPr id="7" name="object 4">
            <a:extLst>
              <a:ext uri="{FF2B5EF4-FFF2-40B4-BE49-F238E27FC236}">
                <a16:creationId xmlns:a16="http://schemas.microsoft.com/office/drawing/2014/main" id="{F24E19B8-C345-CDB2-4CD3-6222E8F87872}"/>
              </a:ext>
            </a:extLst>
          </p:cNvPr>
          <p:cNvGrpSpPr/>
          <p:nvPr userDrawn="1"/>
        </p:nvGrpSpPr>
        <p:grpSpPr>
          <a:xfrm>
            <a:off x="1016357" y="458857"/>
            <a:ext cx="1379687" cy="1377761"/>
            <a:chOff x="1675341" y="756689"/>
            <a:chExt cx="2275205" cy="2272030"/>
          </a:xfrm>
        </p:grpSpPr>
        <p:sp>
          <p:nvSpPr>
            <p:cNvPr id="9" name="object 5">
              <a:extLst>
                <a:ext uri="{FF2B5EF4-FFF2-40B4-BE49-F238E27FC236}">
                  <a16:creationId xmlns:a16="http://schemas.microsoft.com/office/drawing/2014/main" id="{F024CC0E-E5BE-B95C-3E91-4E3E2C9AF735}"/>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12" name="object 6">
              <a:extLst>
                <a:ext uri="{FF2B5EF4-FFF2-40B4-BE49-F238E27FC236}">
                  <a16:creationId xmlns:a16="http://schemas.microsoft.com/office/drawing/2014/main" id="{F76FE19D-1A72-53E6-F7EE-A0D4E58E5EF3}"/>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3" name="object 7">
              <a:extLst>
                <a:ext uri="{FF2B5EF4-FFF2-40B4-BE49-F238E27FC236}">
                  <a16:creationId xmlns:a16="http://schemas.microsoft.com/office/drawing/2014/main" id="{94F6E90F-308B-4F2B-462D-EF2E852E4DD8}"/>
                </a:ext>
              </a:extLst>
            </p:cNvPr>
            <p:cNvPicPr/>
            <p:nvPr/>
          </p:nvPicPr>
          <p:blipFill>
            <a:blip r:embed="rId2" cstate="print"/>
            <a:stretch>
              <a:fillRect/>
            </a:stretch>
          </p:blipFill>
          <p:spPr>
            <a:xfrm>
              <a:off x="1913232" y="2234279"/>
              <a:ext cx="97546" cy="136760"/>
            </a:xfrm>
            <a:prstGeom prst="rect">
              <a:avLst/>
            </a:prstGeom>
          </p:spPr>
        </p:pic>
        <p:pic>
          <p:nvPicPr>
            <p:cNvPr id="14" name="object 8">
              <a:extLst>
                <a:ext uri="{FF2B5EF4-FFF2-40B4-BE49-F238E27FC236}">
                  <a16:creationId xmlns:a16="http://schemas.microsoft.com/office/drawing/2014/main" id="{5DEB18E0-3AB0-58AD-14EB-F065BD386E00}"/>
                </a:ext>
              </a:extLst>
            </p:cNvPr>
            <p:cNvPicPr/>
            <p:nvPr/>
          </p:nvPicPr>
          <p:blipFill>
            <a:blip r:embed="rId3" cstate="print"/>
            <a:stretch>
              <a:fillRect/>
            </a:stretch>
          </p:blipFill>
          <p:spPr>
            <a:xfrm>
              <a:off x="2060611" y="2234280"/>
              <a:ext cx="97337" cy="134142"/>
            </a:xfrm>
            <a:prstGeom prst="rect">
              <a:avLst/>
            </a:prstGeom>
          </p:spPr>
        </p:pic>
        <p:sp>
          <p:nvSpPr>
            <p:cNvPr id="15" name="object 9">
              <a:extLst>
                <a:ext uri="{FF2B5EF4-FFF2-40B4-BE49-F238E27FC236}">
                  <a16:creationId xmlns:a16="http://schemas.microsoft.com/office/drawing/2014/main" id="{432C503B-4A47-08C8-1D2E-5839870C88B2}"/>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6" name="object 10">
              <a:extLst>
                <a:ext uri="{FF2B5EF4-FFF2-40B4-BE49-F238E27FC236}">
                  <a16:creationId xmlns:a16="http://schemas.microsoft.com/office/drawing/2014/main" id="{5E72D531-95F7-9584-0C4B-76DD0D9E879D}"/>
                </a:ext>
              </a:extLst>
            </p:cNvPr>
            <p:cNvPicPr/>
            <p:nvPr/>
          </p:nvPicPr>
          <p:blipFill>
            <a:blip r:embed="rId4" cstate="print"/>
            <a:stretch>
              <a:fillRect/>
            </a:stretch>
          </p:blipFill>
          <p:spPr>
            <a:xfrm>
              <a:off x="2264586" y="2234280"/>
              <a:ext cx="113221" cy="134142"/>
            </a:xfrm>
            <a:prstGeom prst="rect">
              <a:avLst/>
            </a:prstGeom>
          </p:spPr>
        </p:pic>
        <p:sp>
          <p:nvSpPr>
            <p:cNvPr id="17" name="object 11">
              <a:extLst>
                <a:ext uri="{FF2B5EF4-FFF2-40B4-BE49-F238E27FC236}">
                  <a16:creationId xmlns:a16="http://schemas.microsoft.com/office/drawing/2014/main" id="{B7AD32C3-7060-19EA-8E28-96A8584FECD2}"/>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8" name="object 12">
              <a:extLst>
                <a:ext uri="{FF2B5EF4-FFF2-40B4-BE49-F238E27FC236}">
                  <a16:creationId xmlns:a16="http://schemas.microsoft.com/office/drawing/2014/main" id="{2A9BCCA0-3859-B1E5-BC88-14C631A83BFD}"/>
                </a:ext>
              </a:extLst>
            </p:cNvPr>
            <p:cNvPicPr/>
            <p:nvPr/>
          </p:nvPicPr>
          <p:blipFill>
            <a:blip r:embed="rId5" cstate="print"/>
            <a:stretch>
              <a:fillRect/>
            </a:stretch>
          </p:blipFill>
          <p:spPr>
            <a:xfrm>
              <a:off x="2530110" y="2234284"/>
              <a:ext cx="92311" cy="134142"/>
            </a:xfrm>
            <a:prstGeom prst="rect">
              <a:avLst/>
            </a:prstGeom>
          </p:spPr>
        </p:pic>
        <p:pic>
          <p:nvPicPr>
            <p:cNvPr id="19" name="object 13">
              <a:extLst>
                <a:ext uri="{FF2B5EF4-FFF2-40B4-BE49-F238E27FC236}">
                  <a16:creationId xmlns:a16="http://schemas.microsoft.com/office/drawing/2014/main" id="{A7B071CA-F115-775C-8872-D0A436F35DDA}"/>
                </a:ext>
              </a:extLst>
            </p:cNvPr>
            <p:cNvPicPr/>
            <p:nvPr/>
          </p:nvPicPr>
          <p:blipFill>
            <a:blip r:embed="rId6" cstate="print"/>
            <a:stretch>
              <a:fillRect/>
            </a:stretch>
          </p:blipFill>
          <p:spPr>
            <a:xfrm>
              <a:off x="2650302" y="2231664"/>
              <a:ext cx="85264" cy="139576"/>
            </a:xfrm>
            <a:prstGeom prst="rect">
              <a:avLst/>
            </a:prstGeom>
          </p:spPr>
        </p:pic>
        <p:sp>
          <p:nvSpPr>
            <p:cNvPr id="20" name="object 14">
              <a:extLst>
                <a:ext uri="{FF2B5EF4-FFF2-40B4-BE49-F238E27FC236}">
                  <a16:creationId xmlns:a16="http://schemas.microsoft.com/office/drawing/2014/main" id="{E214B573-C51F-BAE7-8C9F-E29EB64831BD}"/>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21" name="object 15">
              <a:extLst>
                <a:ext uri="{FF2B5EF4-FFF2-40B4-BE49-F238E27FC236}">
                  <a16:creationId xmlns:a16="http://schemas.microsoft.com/office/drawing/2014/main" id="{EAA3A2ED-57C4-926E-6F77-832567746474}"/>
                </a:ext>
              </a:extLst>
            </p:cNvPr>
            <p:cNvPicPr/>
            <p:nvPr/>
          </p:nvPicPr>
          <p:blipFill>
            <a:blip r:embed="rId7" cstate="print"/>
            <a:stretch>
              <a:fillRect/>
            </a:stretch>
          </p:blipFill>
          <p:spPr>
            <a:xfrm>
              <a:off x="2830980" y="2233925"/>
              <a:ext cx="217271" cy="134620"/>
            </a:xfrm>
            <a:prstGeom prst="rect">
              <a:avLst/>
            </a:prstGeom>
          </p:spPr>
        </p:pic>
        <p:pic>
          <p:nvPicPr>
            <p:cNvPr id="22" name="object 16">
              <a:extLst>
                <a:ext uri="{FF2B5EF4-FFF2-40B4-BE49-F238E27FC236}">
                  <a16:creationId xmlns:a16="http://schemas.microsoft.com/office/drawing/2014/main" id="{770AA6EC-D832-6076-AFA6-91069EB63D15}"/>
                </a:ext>
              </a:extLst>
            </p:cNvPr>
            <p:cNvPicPr/>
            <p:nvPr/>
          </p:nvPicPr>
          <p:blipFill>
            <a:blip r:embed="rId8" cstate="print"/>
            <a:stretch>
              <a:fillRect/>
            </a:stretch>
          </p:blipFill>
          <p:spPr>
            <a:xfrm>
              <a:off x="3137399" y="2231666"/>
              <a:ext cx="122581" cy="139377"/>
            </a:xfrm>
            <a:prstGeom prst="rect">
              <a:avLst/>
            </a:prstGeom>
          </p:spPr>
        </p:pic>
        <p:pic>
          <p:nvPicPr>
            <p:cNvPr id="23" name="object 17">
              <a:extLst>
                <a:ext uri="{FF2B5EF4-FFF2-40B4-BE49-F238E27FC236}">
                  <a16:creationId xmlns:a16="http://schemas.microsoft.com/office/drawing/2014/main" id="{6630B7C7-8568-CDA6-27F2-5B4D42F60833}"/>
                </a:ext>
              </a:extLst>
            </p:cNvPr>
            <p:cNvPicPr/>
            <p:nvPr/>
          </p:nvPicPr>
          <p:blipFill>
            <a:blip r:embed="rId9" cstate="print"/>
            <a:stretch>
              <a:fillRect/>
            </a:stretch>
          </p:blipFill>
          <p:spPr>
            <a:xfrm>
              <a:off x="3302992" y="2234285"/>
              <a:ext cx="72594" cy="134132"/>
            </a:xfrm>
            <a:prstGeom prst="rect">
              <a:avLst/>
            </a:prstGeom>
          </p:spPr>
        </p:pic>
        <p:sp>
          <p:nvSpPr>
            <p:cNvPr id="24" name="object 18">
              <a:extLst>
                <a:ext uri="{FF2B5EF4-FFF2-40B4-BE49-F238E27FC236}">
                  <a16:creationId xmlns:a16="http://schemas.microsoft.com/office/drawing/2014/main" id="{150790B4-415C-BA92-5FD3-D30ABF741537}"/>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5" name="object 19">
              <a:extLst>
                <a:ext uri="{FF2B5EF4-FFF2-40B4-BE49-F238E27FC236}">
                  <a16:creationId xmlns:a16="http://schemas.microsoft.com/office/drawing/2014/main" id="{CD8C4E4E-CB4F-365F-8603-B114D6D47E9B}"/>
                </a:ext>
              </a:extLst>
            </p:cNvPr>
            <p:cNvPicPr/>
            <p:nvPr/>
          </p:nvPicPr>
          <p:blipFill>
            <a:blip r:embed="rId10" cstate="print"/>
            <a:stretch>
              <a:fillRect/>
            </a:stretch>
          </p:blipFill>
          <p:spPr>
            <a:xfrm>
              <a:off x="2821167" y="926515"/>
              <a:ext cx="915186" cy="1092200"/>
            </a:xfrm>
            <a:prstGeom prst="rect">
              <a:avLst/>
            </a:prstGeom>
          </p:spPr>
        </p:pic>
      </p:grpSp>
      <p:sp>
        <p:nvSpPr>
          <p:cNvPr id="2" name="Title 1"/>
          <p:cNvSpPr>
            <a:spLocks noGrp="1"/>
          </p:cNvSpPr>
          <p:nvPr>
            <p:ph type="ctrTitle" hasCustomPrompt="1"/>
          </p:nvPr>
        </p:nvSpPr>
        <p:spPr>
          <a:xfrm>
            <a:off x="1016000" y="2908901"/>
            <a:ext cx="6318250" cy="1290830"/>
          </a:xfrm>
        </p:spPr>
        <p:txBody>
          <a:bodyPr anchor="b"/>
          <a:lstStyle>
            <a:lvl1pPr algn="l">
              <a:lnSpc>
                <a:spcPts val="3900"/>
              </a:lnSpc>
              <a:defRPr sz="3400">
                <a:solidFill>
                  <a:schemeClr val="bg1"/>
                </a:solidFill>
              </a:defRPr>
            </a:lvl1pPr>
          </a:lstStyle>
          <a:p>
            <a:r>
              <a:rPr lang="en-GB" dirty="0"/>
              <a:t>Title</a:t>
            </a:r>
            <a:endParaRPr lang="en-US" dirty="0"/>
          </a:p>
        </p:txBody>
      </p:sp>
      <p:sp>
        <p:nvSpPr>
          <p:cNvPr id="3" name="Subtitle 2"/>
          <p:cNvSpPr>
            <a:spLocks noGrp="1"/>
          </p:cNvSpPr>
          <p:nvPr>
            <p:ph type="subTitle" idx="1" hasCustomPrompt="1"/>
          </p:nvPr>
        </p:nvSpPr>
        <p:spPr>
          <a:xfrm>
            <a:off x="1016000" y="4325586"/>
            <a:ext cx="4295775" cy="341029"/>
          </a:xfrm>
        </p:spPr>
        <p:txBody>
          <a:bodyPr/>
          <a:lstStyle>
            <a:lvl1pPr marL="0" indent="0" algn="l">
              <a:lnSpc>
                <a:spcPts val="1800"/>
              </a:lnSpc>
              <a:spcBef>
                <a:spcPts val="0"/>
              </a:spcBef>
              <a:buNone/>
              <a:defRPr sz="1700" cap="all" spc="65"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Speaker name | Date</a:t>
            </a:r>
            <a:endParaRPr lang="en-US" dirty="0"/>
          </a:p>
        </p:txBody>
      </p:sp>
    </p:spTree>
    <p:extLst>
      <p:ext uri="{BB962C8B-B14F-4D97-AF65-F5344CB8AC3E}">
        <p14:creationId xmlns:p14="http://schemas.microsoft.com/office/powerpoint/2010/main" val="176025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5">
          <p15:clr>
            <a:srgbClr val="FBAE40"/>
          </p15:clr>
        </p15:guide>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E839-EE09-CC9E-0CF7-07A63AC71F96}"/>
              </a:ext>
            </a:extLst>
          </p:cNvPr>
          <p:cNvSpPr>
            <a:spLocks noGrp="1"/>
          </p:cNvSpPr>
          <p:nvPr>
            <p:ph type="title"/>
          </p:nvPr>
        </p:nvSpPr>
        <p:spPr>
          <a:xfrm>
            <a:off x="308393" y="365125"/>
            <a:ext cx="11045407" cy="1325563"/>
          </a:xfrm>
        </p:spPr>
        <p:txBody>
          <a:bodyPr/>
          <a:lstStyle>
            <a:lvl1pPr>
              <a:defRPr>
                <a:solidFill>
                  <a:srgbClr val="003882"/>
                </a:solidFill>
              </a:defRPr>
            </a:lvl1pPr>
          </a:lstStyle>
          <a:p>
            <a:r>
              <a:rPr lang="en-GB" dirty="0"/>
              <a:t>Click to edit Master title style</a:t>
            </a:r>
          </a:p>
        </p:txBody>
      </p:sp>
      <p:sp>
        <p:nvSpPr>
          <p:cNvPr id="3" name="Content Placeholder 2">
            <a:extLst>
              <a:ext uri="{FF2B5EF4-FFF2-40B4-BE49-F238E27FC236}">
                <a16:creationId xmlns:a16="http://schemas.microsoft.com/office/drawing/2014/main" id="{AFC2FF4B-DE1A-6193-F819-F8ADFC392E2A}"/>
              </a:ext>
            </a:extLst>
          </p:cNvPr>
          <p:cNvSpPr>
            <a:spLocks noGrp="1"/>
          </p:cNvSpPr>
          <p:nvPr>
            <p:ph idx="1"/>
          </p:nvPr>
        </p:nvSpPr>
        <p:spPr>
          <a:xfrm>
            <a:off x="308393" y="1825625"/>
            <a:ext cx="11045407" cy="435133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64DD864E-3505-9947-81DD-A5BCD43D7C2A}"/>
              </a:ext>
            </a:extLst>
          </p:cNvPr>
          <p:cNvSpPr>
            <a:spLocks noGrp="1"/>
          </p:cNvSpPr>
          <p:nvPr>
            <p:ph type="dt" sz="half" idx="10"/>
          </p:nvPr>
        </p:nvSpPr>
        <p:spPr/>
        <p:txBody>
          <a:bodyPr/>
          <a:lstStyle>
            <a:lvl1pPr>
              <a:defRPr>
                <a:solidFill>
                  <a:srgbClr val="003273"/>
                </a:solidFill>
              </a:defRPr>
            </a:lvl1pPr>
          </a:lstStyle>
          <a:p>
            <a:r>
              <a:rPr lang="en-GB"/>
              <a:t>17/02/26</a:t>
            </a:r>
            <a:endParaRPr lang="en-GB" dirty="0"/>
          </a:p>
        </p:txBody>
      </p:sp>
      <p:sp>
        <p:nvSpPr>
          <p:cNvPr id="5" name="Footer Placeholder 4">
            <a:extLst>
              <a:ext uri="{FF2B5EF4-FFF2-40B4-BE49-F238E27FC236}">
                <a16:creationId xmlns:a16="http://schemas.microsoft.com/office/drawing/2014/main" id="{8FC5E5AD-019F-6121-145F-45AEAC0632B0}"/>
              </a:ext>
            </a:extLst>
          </p:cNvPr>
          <p:cNvSpPr>
            <a:spLocks noGrp="1"/>
          </p:cNvSpPr>
          <p:nvPr>
            <p:ph type="ftr" sz="quarter" idx="11"/>
          </p:nvPr>
        </p:nvSpPr>
        <p:spPr/>
        <p:txBody>
          <a:bodyPr/>
          <a:lstStyle>
            <a:lvl1pPr>
              <a:defRPr>
                <a:solidFill>
                  <a:srgbClr val="003273"/>
                </a:solidFill>
              </a:defRPr>
            </a:lvl1p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77971159-AB0C-E84C-3623-767361DDCF59}"/>
              </a:ext>
            </a:extLst>
          </p:cNvPr>
          <p:cNvSpPr>
            <a:spLocks noGrp="1"/>
          </p:cNvSpPr>
          <p:nvPr>
            <p:ph type="sldNum" sz="quarter" idx="12"/>
          </p:nvPr>
        </p:nvSpPr>
        <p:spPr/>
        <p:txBody>
          <a:bodyPr/>
          <a:lstStyle>
            <a:lvl1pPr>
              <a:defRPr>
                <a:solidFill>
                  <a:srgbClr val="003273"/>
                </a:solidFill>
              </a:defRPr>
            </a:lvl1pPr>
          </a:lstStyle>
          <a:p>
            <a:fld id="{E7D906D2-95E0-1F43-A885-1A6CB9387C09}" type="slidenum">
              <a:rPr lang="en-GB" smtClean="0"/>
              <a:pPr/>
              <a:t>‹#›</a:t>
            </a:fld>
            <a:endParaRPr lang="en-GB" dirty="0"/>
          </a:p>
        </p:txBody>
      </p:sp>
      <p:grpSp>
        <p:nvGrpSpPr>
          <p:cNvPr id="7" name="object 4">
            <a:extLst>
              <a:ext uri="{FF2B5EF4-FFF2-40B4-BE49-F238E27FC236}">
                <a16:creationId xmlns:a16="http://schemas.microsoft.com/office/drawing/2014/main" id="{C9ABB188-7605-A3A6-1344-0DFC20E1537C}"/>
              </a:ext>
            </a:extLst>
          </p:cNvPr>
          <p:cNvGrpSpPr/>
          <p:nvPr userDrawn="1"/>
        </p:nvGrpSpPr>
        <p:grpSpPr>
          <a:xfrm>
            <a:off x="11410357" y="136526"/>
            <a:ext cx="633286" cy="632402"/>
            <a:chOff x="1675341" y="756689"/>
            <a:chExt cx="2275205" cy="2272030"/>
          </a:xfrm>
        </p:grpSpPr>
        <p:sp>
          <p:nvSpPr>
            <p:cNvPr id="8" name="object 5">
              <a:extLst>
                <a:ext uri="{FF2B5EF4-FFF2-40B4-BE49-F238E27FC236}">
                  <a16:creationId xmlns:a16="http://schemas.microsoft.com/office/drawing/2014/main" id="{95E13B62-1EBB-F41C-C678-457B1A8D0EB8}"/>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9" name="object 6">
              <a:extLst>
                <a:ext uri="{FF2B5EF4-FFF2-40B4-BE49-F238E27FC236}">
                  <a16:creationId xmlns:a16="http://schemas.microsoft.com/office/drawing/2014/main" id="{E0DCB6C5-9E0E-EC86-9BAD-1BB1C26C48FF}"/>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0" name="object 7">
              <a:extLst>
                <a:ext uri="{FF2B5EF4-FFF2-40B4-BE49-F238E27FC236}">
                  <a16:creationId xmlns:a16="http://schemas.microsoft.com/office/drawing/2014/main" id="{C5B7A6B4-EAB1-704B-E618-E1B43AED9EEC}"/>
                </a:ext>
              </a:extLst>
            </p:cNvPr>
            <p:cNvPicPr/>
            <p:nvPr/>
          </p:nvPicPr>
          <p:blipFill>
            <a:blip r:embed="rId2" cstate="print"/>
            <a:stretch>
              <a:fillRect/>
            </a:stretch>
          </p:blipFill>
          <p:spPr>
            <a:xfrm>
              <a:off x="1913232" y="2234279"/>
              <a:ext cx="97546" cy="136760"/>
            </a:xfrm>
            <a:prstGeom prst="rect">
              <a:avLst/>
            </a:prstGeom>
          </p:spPr>
        </p:pic>
        <p:pic>
          <p:nvPicPr>
            <p:cNvPr id="11" name="object 8">
              <a:extLst>
                <a:ext uri="{FF2B5EF4-FFF2-40B4-BE49-F238E27FC236}">
                  <a16:creationId xmlns:a16="http://schemas.microsoft.com/office/drawing/2014/main" id="{5808ADBC-9FF3-4A1C-339C-94B988A4F9A3}"/>
                </a:ext>
              </a:extLst>
            </p:cNvPr>
            <p:cNvPicPr/>
            <p:nvPr/>
          </p:nvPicPr>
          <p:blipFill>
            <a:blip r:embed="rId3" cstate="print"/>
            <a:stretch>
              <a:fillRect/>
            </a:stretch>
          </p:blipFill>
          <p:spPr>
            <a:xfrm>
              <a:off x="2060611" y="2234280"/>
              <a:ext cx="97337" cy="134142"/>
            </a:xfrm>
            <a:prstGeom prst="rect">
              <a:avLst/>
            </a:prstGeom>
          </p:spPr>
        </p:pic>
        <p:sp>
          <p:nvSpPr>
            <p:cNvPr id="12" name="object 9">
              <a:extLst>
                <a:ext uri="{FF2B5EF4-FFF2-40B4-BE49-F238E27FC236}">
                  <a16:creationId xmlns:a16="http://schemas.microsoft.com/office/drawing/2014/main" id="{AB02C0B9-A1DE-D6EA-FB7F-AD4B55B19847}"/>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3" name="object 10">
              <a:extLst>
                <a:ext uri="{FF2B5EF4-FFF2-40B4-BE49-F238E27FC236}">
                  <a16:creationId xmlns:a16="http://schemas.microsoft.com/office/drawing/2014/main" id="{C0A5BC69-AE5F-143F-451E-B4420E816D0A}"/>
                </a:ext>
              </a:extLst>
            </p:cNvPr>
            <p:cNvPicPr/>
            <p:nvPr/>
          </p:nvPicPr>
          <p:blipFill>
            <a:blip r:embed="rId4" cstate="print"/>
            <a:stretch>
              <a:fillRect/>
            </a:stretch>
          </p:blipFill>
          <p:spPr>
            <a:xfrm>
              <a:off x="2264586" y="2234280"/>
              <a:ext cx="113221" cy="134142"/>
            </a:xfrm>
            <a:prstGeom prst="rect">
              <a:avLst/>
            </a:prstGeom>
          </p:spPr>
        </p:pic>
        <p:sp>
          <p:nvSpPr>
            <p:cNvPr id="14" name="object 11">
              <a:extLst>
                <a:ext uri="{FF2B5EF4-FFF2-40B4-BE49-F238E27FC236}">
                  <a16:creationId xmlns:a16="http://schemas.microsoft.com/office/drawing/2014/main" id="{CB636B0D-2AAF-590C-730F-175B538315F1}"/>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5" name="object 12">
              <a:extLst>
                <a:ext uri="{FF2B5EF4-FFF2-40B4-BE49-F238E27FC236}">
                  <a16:creationId xmlns:a16="http://schemas.microsoft.com/office/drawing/2014/main" id="{362165B3-56C4-7885-4CE9-BB4726F437F4}"/>
                </a:ext>
              </a:extLst>
            </p:cNvPr>
            <p:cNvPicPr/>
            <p:nvPr/>
          </p:nvPicPr>
          <p:blipFill>
            <a:blip r:embed="rId5" cstate="print"/>
            <a:stretch>
              <a:fillRect/>
            </a:stretch>
          </p:blipFill>
          <p:spPr>
            <a:xfrm>
              <a:off x="2530110" y="2234284"/>
              <a:ext cx="92311" cy="134142"/>
            </a:xfrm>
            <a:prstGeom prst="rect">
              <a:avLst/>
            </a:prstGeom>
          </p:spPr>
        </p:pic>
        <p:pic>
          <p:nvPicPr>
            <p:cNvPr id="16" name="object 13">
              <a:extLst>
                <a:ext uri="{FF2B5EF4-FFF2-40B4-BE49-F238E27FC236}">
                  <a16:creationId xmlns:a16="http://schemas.microsoft.com/office/drawing/2014/main" id="{12A337BB-E942-5ACF-26D2-9FDEE1CD20C8}"/>
                </a:ext>
              </a:extLst>
            </p:cNvPr>
            <p:cNvPicPr/>
            <p:nvPr/>
          </p:nvPicPr>
          <p:blipFill>
            <a:blip r:embed="rId6" cstate="print"/>
            <a:stretch>
              <a:fillRect/>
            </a:stretch>
          </p:blipFill>
          <p:spPr>
            <a:xfrm>
              <a:off x="2650302" y="2231664"/>
              <a:ext cx="85264" cy="139576"/>
            </a:xfrm>
            <a:prstGeom prst="rect">
              <a:avLst/>
            </a:prstGeom>
          </p:spPr>
        </p:pic>
        <p:sp>
          <p:nvSpPr>
            <p:cNvPr id="17" name="object 14">
              <a:extLst>
                <a:ext uri="{FF2B5EF4-FFF2-40B4-BE49-F238E27FC236}">
                  <a16:creationId xmlns:a16="http://schemas.microsoft.com/office/drawing/2014/main" id="{75A103A9-4047-D3CA-50EC-975736872409}"/>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8" name="object 15">
              <a:extLst>
                <a:ext uri="{FF2B5EF4-FFF2-40B4-BE49-F238E27FC236}">
                  <a16:creationId xmlns:a16="http://schemas.microsoft.com/office/drawing/2014/main" id="{A3C91BC1-90FC-9738-8868-4E2F677ACA1A}"/>
                </a:ext>
              </a:extLst>
            </p:cNvPr>
            <p:cNvPicPr/>
            <p:nvPr/>
          </p:nvPicPr>
          <p:blipFill>
            <a:blip r:embed="rId7" cstate="print"/>
            <a:stretch>
              <a:fillRect/>
            </a:stretch>
          </p:blipFill>
          <p:spPr>
            <a:xfrm>
              <a:off x="2830980" y="2233925"/>
              <a:ext cx="217271" cy="134620"/>
            </a:xfrm>
            <a:prstGeom prst="rect">
              <a:avLst/>
            </a:prstGeom>
          </p:spPr>
        </p:pic>
        <p:pic>
          <p:nvPicPr>
            <p:cNvPr id="19" name="object 16">
              <a:extLst>
                <a:ext uri="{FF2B5EF4-FFF2-40B4-BE49-F238E27FC236}">
                  <a16:creationId xmlns:a16="http://schemas.microsoft.com/office/drawing/2014/main" id="{590AA694-F783-5B87-C82D-D95AD9BA3B19}"/>
                </a:ext>
              </a:extLst>
            </p:cNvPr>
            <p:cNvPicPr/>
            <p:nvPr/>
          </p:nvPicPr>
          <p:blipFill>
            <a:blip r:embed="rId8" cstate="print"/>
            <a:stretch>
              <a:fillRect/>
            </a:stretch>
          </p:blipFill>
          <p:spPr>
            <a:xfrm>
              <a:off x="3137399" y="2231666"/>
              <a:ext cx="122581" cy="139377"/>
            </a:xfrm>
            <a:prstGeom prst="rect">
              <a:avLst/>
            </a:prstGeom>
          </p:spPr>
        </p:pic>
        <p:pic>
          <p:nvPicPr>
            <p:cNvPr id="20" name="object 17">
              <a:extLst>
                <a:ext uri="{FF2B5EF4-FFF2-40B4-BE49-F238E27FC236}">
                  <a16:creationId xmlns:a16="http://schemas.microsoft.com/office/drawing/2014/main" id="{BABAE62B-7014-0DC2-69DE-902A96F9878C}"/>
                </a:ext>
              </a:extLst>
            </p:cNvPr>
            <p:cNvPicPr/>
            <p:nvPr/>
          </p:nvPicPr>
          <p:blipFill>
            <a:blip r:embed="rId9" cstate="print"/>
            <a:stretch>
              <a:fillRect/>
            </a:stretch>
          </p:blipFill>
          <p:spPr>
            <a:xfrm>
              <a:off x="3302992" y="2234285"/>
              <a:ext cx="72594" cy="134132"/>
            </a:xfrm>
            <a:prstGeom prst="rect">
              <a:avLst/>
            </a:prstGeom>
          </p:spPr>
        </p:pic>
        <p:sp>
          <p:nvSpPr>
            <p:cNvPr id="21" name="object 18">
              <a:extLst>
                <a:ext uri="{FF2B5EF4-FFF2-40B4-BE49-F238E27FC236}">
                  <a16:creationId xmlns:a16="http://schemas.microsoft.com/office/drawing/2014/main" id="{DAAC966A-13EA-B8ED-A6A5-8C5078B35F67}"/>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2" name="object 19">
              <a:extLst>
                <a:ext uri="{FF2B5EF4-FFF2-40B4-BE49-F238E27FC236}">
                  <a16:creationId xmlns:a16="http://schemas.microsoft.com/office/drawing/2014/main" id="{685CB61E-C566-4C12-234A-B39B96845710}"/>
                </a:ext>
              </a:extLst>
            </p:cNvPr>
            <p:cNvPicPr/>
            <p:nvPr/>
          </p:nvPicPr>
          <p:blipFill>
            <a:blip r:embed="rId10" cstate="print"/>
            <a:stretch>
              <a:fillRect/>
            </a:stretch>
          </p:blipFill>
          <p:spPr>
            <a:xfrm>
              <a:off x="2821167" y="926515"/>
              <a:ext cx="915186" cy="1092200"/>
            </a:xfrm>
            <a:prstGeom prst="rect">
              <a:avLst/>
            </a:prstGeom>
          </p:spPr>
        </p:pic>
      </p:grpSp>
    </p:spTree>
    <p:extLst>
      <p:ext uri="{BB962C8B-B14F-4D97-AF65-F5344CB8AC3E}">
        <p14:creationId xmlns:p14="http://schemas.microsoft.com/office/powerpoint/2010/main" val="2557425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E839-EE09-CC9E-0CF7-07A63AC71F96}"/>
              </a:ext>
            </a:extLst>
          </p:cNvPr>
          <p:cNvSpPr>
            <a:spLocks noGrp="1"/>
          </p:cNvSpPr>
          <p:nvPr>
            <p:ph type="title"/>
          </p:nvPr>
        </p:nvSpPr>
        <p:spPr>
          <a:xfrm>
            <a:off x="308394" y="365125"/>
            <a:ext cx="6217098" cy="1325563"/>
          </a:xfrm>
        </p:spPr>
        <p:txBody>
          <a:bodyPr/>
          <a:lstStyle>
            <a:lvl1pPr>
              <a:defRPr>
                <a:solidFill>
                  <a:srgbClr val="003882"/>
                </a:solidFill>
              </a:defRPr>
            </a:lvl1pPr>
          </a:lstStyle>
          <a:p>
            <a:r>
              <a:rPr lang="en-GB" dirty="0"/>
              <a:t>Click to edit Master title style</a:t>
            </a:r>
          </a:p>
        </p:txBody>
      </p:sp>
      <p:sp>
        <p:nvSpPr>
          <p:cNvPr id="3" name="Content Placeholder 2">
            <a:extLst>
              <a:ext uri="{FF2B5EF4-FFF2-40B4-BE49-F238E27FC236}">
                <a16:creationId xmlns:a16="http://schemas.microsoft.com/office/drawing/2014/main" id="{AFC2FF4B-DE1A-6193-F819-F8ADFC392E2A}"/>
              </a:ext>
            </a:extLst>
          </p:cNvPr>
          <p:cNvSpPr>
            <a:spLocks noGrp="1"/>
          </p:cNvSpPr>
          <p:nvPr>
            <p:ph idx="1"/>
          </p:nvPr>
        </p:nvSpPr>
        <p:spPr>
          <a:xfrm>
            <a:off x="308394" y="1825625"/>
            <a:ext cx="5874198" cy="435133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64DD864E-3505-9947-81DD-A5BCD43D7C2A}"/>
              </a:ext>
            </a:extLst>
          </p:cNvPr>
          <p:cNvSpPr>
            <a:spLocks noGrp="1"/>
          </p:cNvSpPr>
          <p:nvPr>
            <p:ph type="dt" sz="half" idx="10"/>
          </p:nvPr>
        </p:nvSpPr>
        <p:spPr/>
        <p:txBody>
          <a:bodyPr/>
          <a:lstStyle>
            <a:lvl1pPr>
              <a:defRPr>
                <a:solidFill>
                  <a:srgbClr val="003273"/>
                </a:solidFill>
              </a:defRPr>
            </a:lvl1pPr>
          </a:lstStyle>
          <a:p>
            <a:r>
              <a:rPr lang="en-GB"/>
              <a:t>17/02/26</a:t>
            </a:r>
            <a:endParaRPr lang="en-GB" dirty="0"/>
          </a:p>
        </p:txBody>
      </p:sp>
      <p:sp>
        <p:nvSpPr>
          <p:cNvPr id="5" name="Footer Placeholder 4">
            <a:extLst>
              <a:ext uri="{FF2B5EF4-FFF2-40B4-BE49-F238E27FC236}">
                <a16:creationId xmlns:a16="http://schemas.microsoft.com/office/drawing/2014/main" id="{8FC5E5AD-019F-6121-145F-45AEAC0632B0}"/>
              </a:ext>
            </a:extLst>
          </p:cNvPr>
          <p:cNvSpPr>
            <a:spLocks noGrp="1"/>
          </p:cNvSpPr>
          <p:nvPr>
            <p:ph type="ftr" sz="quarter" idx="11"/>
          </p:nvPr>
        </p:nvSpPr>
        <p:spPr/>
        <p:txBody>
          <a:bodyPr/>
          <a:lstStyle>
            <a:lvl1pPr>
              <a:defRPr>
                <a:solidFill>
                  <a:srgbClr val="003273"/>
                </a:solidFill>
              </a:defRPr>
            </a:lvl1p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77971159-AB0C-E84C-3623-767361DDCF59}"/>
              </a:ext>
            </a:extLst>
          </p:cNvPr>
          <p:cNvSpPr>
            <a:spLocks noGrp="1"/>
          </p:cNvSpPr>
          <p:nvPr>
            <p:ph type="sldNum" sz="quarter" idx="12"/>
          </p:nvPr>
        </p:nvSpPr>
        <p:spPr/>
        <p:txBody>
          <a:bodyPr/>
          <a:lstStyle>
            <a:lvl1pPr>
              <a:defRPr>
                <a:solidFill>
                  <a:srgbClr val="003273"/>
                </a:solidFill>
              </a:defRPr>
            </a:lvl1pPr>
          </a:lstStyle>
          <a:p>
            <a:fld id="{E7D906D2-95E0-1F43-A885-1A6CB9387C09}" type="slidenum">
              <a:rPr lang="en-GB" smtClean="0"/>
              <a:pPr/>
              <a:t>‹#›</a:t>
            </a:fld>
            <a:endParaRPr lang="en-GB" dirty="0"/>
          </a:p>
        </p:txBody>
      </p:sp>
      <p:grpSp>
        <p:nvGrpSpPr>
          <p:cNvPr id="7" name="object 4">
            <a:extLst>
              <a:ext uri="{FF2B5EF4-FFF2-40B4-BE49-F238E27FC236}">
                <a16:creationId xmlns:a16="http://schemas.microsoft.com/office/drawing/2014/main" id="{C9ABB188-7605-A3A6-1344-0DFC20E1537C}"/>
              </a:ext>
            </a:extLst>
          </p:cNvPr>
          <p:cNvGrpSpPr/>
          <p:nvPr userDrawn="1"/>
        </p:nvGrpSpPr>
        <p:grpSpPr>
          <a:xfrm>
            <a:off x="11410357" y="136526"/>
            <a:ext cx="633286" cy="632402"/>
            <a:chOff x="1675341" y="756689"/>
            <a:chExt cx="2275205" cy="2272030"/>
          </a:xfrm>
        </p:grpSpPr>
        <p:sp>
          <p:nvSpPr>
            <p:cNvPr id="8" name="object 5">
              <a:extLst>
                <a:ext uri="{FF2B5EF4-FFF2-40B4-BE49-F238E27FC236}">
                  <a16:creationId xmlns:a16="http://schemas.microsoft.com/office/drawing/2014/main" id="{95E13B62-1EBB-F41C-C678-457B1A8D0EB8}"/>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9" name="object 6">
              <a:extLst>
                <a:ext uri="{FF2B5EF4-FFF2-40B4-BE49-F238E27FC236}">
                  <a16:creationId xmlns:a16="http://schemas.microsoft.com/office/drawing/2014/main" id="{E0DCB6C5-9E0E-EC86-9BAD-1BB1C26C48FF}"/>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0" name="object 7">
              <a:extLst>
                <a:ext uri="{FF2B5EF4-FFF2-40B4-BE49-F238E27FC236}">
                  <a16:creationId xmlns:a16="http://schemas.microsoft.com/office/drawing/2014/main" id="{C5B7A6B4-EAB1-704B-E618-E1B43AED9EEC}"/>
                </a:ext>
              </a:extLst>
            </p:cNvPr>
            <p:cNvPicPr/>
            <p:nvPr/>
          </p:nvPicPr>
          <p:blipFill>
            <a:blip r:embed="rId2" cstate="print"/>
            <a:stretch>
              <a:fillRect/>
            </a:stretch>
          </p:blipFill>
          <p:spPr>
            <a:xfrm>
              <a:off x="1913232" y="2234279"/>
              <a:ext cx="97546" cy="136760"/>
            </a:xfrm>
            <a:prstGeom prst="rect">
              <a:avLst/>
            </a:prstGeom>
          </p:spPr>
        </p:pic>
        <p:pic>
          <p:nvPicPr>
            <p:cNvPr id="11" name="object 8">
              <a:extLst>
                <a:ext uri="{FF2B5EF4-FFF2-40B4-BE49-F238E27FC236}">
                  <a16:creationId xmlns:a16="http://schemas.microsoft.com/office/drawing/2014/main" id="{5808ADBC-9FF3-4A1C-339C-94B988A4F9A3}"/>
                </a:ext>
              </a:extLst>
            </p:cNvPr>
            <p:cNvPicPr/>
            <p:nvPr/>
          </p:nvPicPr>
          <p:blipFill>
            <a:blip r:embed="rId3" cstate="print"/>
            <a:stretch>
              <a:fillRect/>
            </a:stretch>
          </p:blipFill>
          <p:spPr>
            <a:xfrm>
              <a:off x="2060611" y="2234280"/>
              <a:ext cx="97337" cy="134142"/>
            </a:xfrm>
            <a:prstGeom prst="rect">
              <a:avLst/>
            </a:prstGeom>
          </p:spPr>
        </p:pic>
        <p:sp>
          <p:nvSpPr>
            <p:cNvPr id="12" name="object 9">
              <a:extLst>
                <a:ext uri="{FF2B5EF4-FFF2-40B4-BE49-F238E27FC236}">
                  <a16:creationId xmlns:a16="http://schemas.microsoft.com/office/drawing/2014/main" id="{AB02C0B9-A1DE-D6EA-FB7F-AD4B55B19847}"/>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3" name="object 10">
              <a:extLst>
                <a:ext uri="{FF2B5EF4-FFF2-40B4-BE49-F238E27FC236}">
                  <a16:creationId xmlns:a16="http://schemas.microsoft.com/office/drawing/2014/main" id="{C0A5BC69-AE5F-143F-451E-B4420E816D0A}"/>
                </a:ext>
              </a:extLst>
            </p:cNvPr>
            <p:cNvPicPr/>
            <p:nvPr/>
          </p:nvPicPr>
          <p:blipFill>
            <a:blip r:embed="rId4" cstate="print"/>
            <a:stretch>
              <a:fillRect/>
            </a:stretch>
          </p:blipFill>
          <p:spPr>
            <a:xfrm>
              <a:off x="2264586" y="2234280"/>
              <a:ext cx="113221" cy="134142"/>
            </a:xfrm>
            <a:prstGeom prst="rect">
              <a:avLst/>
            </a:prstGeom>
          </p:spPr>
        </p:pic>
        <p:sp>
          <p:nvSpPr>
            <p:cNvPr id="14" name="object 11">
              <a:extLst>
                <a:ext uri="{FF2B5EF4-FFF2-40B4-BE49-F238E27FC236}">
                  <a16:creationId xmlns:a16="http://schemas.microsoft.com/office/drawing/2014/main" id="{CB636B0D-2AAF-590C-730F-175B538315F1}"/>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5" name="object 12">
              <a:extLst>
                <a:ext uri="{FF2B5EF4-FFF2-40B4-BE49-F238E27FC236}">
                  <a16:creationId xmlns:a16="http://schemas.microsoft.com/office/drawing/2014/main" id="{362165B3-56C4-7885-4CE9-BB4726F437F4}"/>
                </a:ext>
              </a:extLst>
            </p:cNvPr>
            <p:cNvPicPr/>
            <p:nvPr/>
          </p:nvPicPr>
          <p:blipFill>
            <a:blip r:embed="rId5" cstate="print"/>
            <a:stretch>
              <a:fillRect/>
            </a:stretch>
          </p:blipFill>
          <p:spPr>
            <a:xfrm>
              <a:off x="2530110" y="2234284"/>
              <a:ext cx="92311" cy="134142"/>
            </a:xfrm>
            <a:prstGeom prst="rect">
              <a:avLst/>
            </a:prstGeom>
          </p:spPr>
        </p:pic>
        <p:pic>
          <p:nvPicPr>
            <p:cNvPr id="16" name="object 13">
              <a:extLst>
                <a:ext uri="{FF2B5EF4-FFF2-40B4-BE49-F238E27FC236}">
                  <a16:creationId xmlns:a16="http://schemas.microsoft.com/office/drawing/2014/main" id="{12A337BB-E942-5ACF-26D2-9FDEE1CD20C8}"/>
                </a:ext>
              </a:extLst>
            </p:cNvPr>
            <p:cNvPicPr/>
            <p:nvPr/>
          </p:nvPicPr>
          <p:blipFill>
            <a:blip r:embed="rId6" cstate="print"/>
            <a:stretch>
              <a:fillRect/>
            </a:stretch>
          </p:blipFill>
          <p:spPr>
            <a:xfrm>
              <a:off x="2650302" y="2231664"/>
              <a:ext cx="85264" cy="139576"/>
            </a:xfrm>
            <a:prstGeom prst="rect">
              <a:avLst/>
            </a:prstGeom>
          </p:spPr>
        </p:pic>
        <p:sp>
          <p:nvSpPr>
            <p:cNvPr id="17" name="object 14">
              <a:extLst>
                <a:ext uri="{FF2B5EF4-FFF2-40B4-BE49-F238E27FC236}">
                  <a16:creationId xmlns:a16="http://schemas.microsoft.com/office/drawing/2014/main" id="{75A103A9-4047-D3CA-50EC-975736872409}"/>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8" name="object 15">
              <a:extLst>
                <a:ext uri="{FF2B5EF4-FFF2-40B4-BE49-F238E27FC236}">
                  <a16:creationId xmlns:a16="http://schemas.microsoft.com/office/drawing/2014/main" id="{A3C91BC1-90FC-9738-8868-4E2F677ACA1A}"/>
                </a:ext>
              </a:extLst>
            </p:cNvPr>
            <p:cNvPicPr/>
            <p:nvPr/>
          </p:nvPicPr>
          <p:blipFill>
            <a:blip r:embed="rId7" cstate="print"/>
            <a:stretch>
              <a:fillRect/>
            </a:stretch>
          </p:blipFill>
          <p:spPr>
            <a:xfrm>
              <a:off x="2830980" y="2233925"/>
              <a:ext cx="217271" cy="134620"/>
            </a:xfrm>
            <a:prstGeom prst="rect">
              <a:avLst/>
            </a:prstGeom>
          </p:spPr>
        </p:pic>
        <p:pic>
          <p:nvPicPr>
            <p:cNvPr id="19" name="object 16">
              <a:extLst>
                <a:ext uri="{FF2B5EF4-FFF2-40B4-BE49-F238E27FC236}">
                  <a16:creationId xmlns:a16="http://schemas.microsoft.com/office/drawing/2014/main" id="{590AA694-F783-5B87-C82D-D95AD9BA3B19}"/>
                </a:ext>
              </a:extLst>
            </p:cNvPr>
            <p:cNvPicPr/>
            <p:nvPr/>
          </p:nvPicPr>
          <p:blipFill>
            <a:blip r:embed="rId8" cstate="print"/>
            <a:stretch>
              <a:fillRect/>
            </a:stretch>
          </p:blipFill>
          <p:spPr>
            <a:xfrm>
              <a:off x="3137399" y="2231666"/>
              <a:ext cx="122581" cy="139377"/>
            </a:xfrm>
            <a:prstGeom prst="rect">
              <a:avLst/>
            </a:prstGeom>
          </p:spPr>
        </p:pic>
        <p:pic>
          <p:nvPicPr>
            <p:cNvPr id="20" name="object 17">
              <a:extLst>
                <a:ext uri="{FF2B5EF4-FFF2-40B4-BE49-F238E27FC236}">
                  <a16:creationId xmlns:a16="http://schemas.microsoft.com/office/drawing/2014/main" id="{BABAE62B-7014-0DC2-69DE-902A96F9878C}"/>
                </a:ext>
              </a:extLst>
            </p:cNvPr>
            <p:cNvPicPr/>
            <p:nvPr/>
          </p:nvPicPr>
          <p:blipFill>
            <a:blip r:embed="rId9" cstate="print"/>
            <a:stretch>
              <a:fillRect/>
            </a:stretch>
          </p:blipFill>
          <p:spPr>
            <a:xfrm>
              <a:off x="3302992" y="2234285"/>
              <a:ext cx="72594" cy="134132"/>
            </a:xfrm>
            <a:prstGeom prst="rect">
              <a:avLst/>
            </a:prstGeom>
          </p:spPr>
        </p:pic>
        <p:sp>
          <p:nvSpPr>
            <p:cNvPr id="21" name="object 18">
              <a:extLst>
                <a:ext uri="{FF2B5EF4-FFF2-40B4-BE49-F238E27FC236}">
                  <a16:creationId xmlns:a16="http://schemas.microsoft.com/office/drawing/2014/main" id="{DAAC966A-13EA-B8ED-A6A5-8C5078B35F67}"/>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2" name="object 19">
              <a:extLst>
                <a:ext uri="{FF2B5EF4-FFF2-40B4-BE49-F238E27FC236}">
                  <a16:creationId xmlns:a16="http://schemas.microsoft.com/office/drawing/2014/main" id="{685CB61E-C566-4C12-234A-B39B96845710}"/>
                </a:ext>
              </a:extLst>
            </p:cNvPr>
            <p:cNvPicPr/>
            <p:nvPr/>
          </p:nvPicPr>
          <p:blipFill>
            <a:blip r:embed="rId10" cstate="print"/>
            <a:stretch>
              <a:fillRect/>
            </a:stretch>
          </p:blipFill>
          <p:spPr>
            <a:xfrm>
              <a:off x="2821167" y="926515"/>
              <a:ext cx="915186" cy="1092200"/>
            </a:xfrm>
            <a:prstGeom prst="rect">
              <a:avLst/>
            </a:prstGeom>
          </p:spPr>
        </p:pic>
      </p:grpSp>
      <p:sp>
        <p:nvSpPr>
          <p:cNvPr id="25" name="Picture Placeholder 24">
            <a:extLst>
              <a:ext uri="{FF2B5EF4-FFF2-40B4-BE49-F238E27FC236}">
                <a16:creationId xmlns:a16="http://schemas.microsoft.com/office/drawing/2014/main" id="{26DF72B4-27EA-8F4A-754D-B68F80D75ED3}"/>
              </a:ext>
            </a:extLst>
          </p:cNvPr>
          <p:cNvSpPr>
            <a:spLocks noGrp="1"/>
          </p:cNvSpPr>
          <p:nvPr>
            <p:ph type="pic" sz="quarter" idx="14"/>
          </p:nvPr>
        </p:nvSpPr>
        <p:spPr>
          <a:xfrm>
            <a:off x="6701388" y="823736"/>
            <a:ext cx="5091108" cy="4620528"/>
          </a:xfrm>
        </p:spPr>
        <p:txBody>
          <a:bodyPr/>
          <a:lstStyle/>
          <a:p>
            <a:endParaRPr lang="en-GB" dirty="0"/>
          </a:p>
        </p:txBody>
      </p:sp>
      <p:sp>
        <p:nvSpPr>
          <p:cNvPr id="26" name="Content Placeholder 2">
            <a:extLst>
              <a:ext uri="{FF2B5EF4-FFF2-40B4-BE49-F238E27FC236}">
                <a16:creationId xmlns:a16="http://schemas.microsoft.com/office/drawing/2014/main" id="{6D528875-B4C9-30AB-21ED-041E888C490E}"/>
              </a:ext>
            </a:extLst>
          </p:cNvPr>
          <p:cNvSpPr>
            <a:spLocks noGrp="1"/>
          </p:cNvSpPr>
          <p:nvPr>
            <p:ph idx="15" hasCustomPrompt="1"/>
          </p:nvPr>
        </p:nvSpPr>
        <p:spPr>
          <a:xfrm>
            <a:off x="6701388" y="5725391"/>
            <a:ext cx="5094624" cy="541266"/>
          </a:xfrm>
        </p:spPr>
        <p:txBody>
          <a:bodyPr/>
          <a:lstStyle>
            <a:lvl1pPr>
              <a:defRPr>
                <a:solidFill>
                  <a:srgbClr val="003882"/>
                </a:solidFill>
              </a:defRPr>
            </a:lvl1pPr>
            <a:lvl2pPr marL="457200" indent="0">
              <a:buNone/>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1"/>
            <a:r>
              <a:rPr lang="en-GB" dirty="0"/>
              <a:t>figure caption</a:t>
            </a:r>
          </a:p>
        </p:txBody>
      </p:sp>
    </p:spTree>
    <p:extLst>
      <p:ext uri="{BB962C8B-B14F-4D97-AF65-F5344CB8AC3E}">
        <p14:creationId xmlns:p14="http://schemas.microsoft.com/office/powerpoint/2010/main" val="1941792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D30CC-473D-DAB7-D88E-9D14D9B1AA11}"/>
              </a:ext>
            </a:extLst>
          </p:cNvPr>
          <p:cNvSpPr>
            <a:spLocks noGrp="1"/>
          </p:cNvSpPr>
          <p:nvPr>
            <p:ph type="title"/>
          </p:nvPr>
        </p:nvSpPr>
        <p:spPr>
          <a:xfrm>
            <a:off x="309600" y="365125"/>
            <a:ext cx="11044800" cy="1325563"/>
          </a:xfrm>
        </p:spPr>
        <p:txBody>
          <a:bodyPr/>
          <a:lstStyle>
            <a:lvl1pPr>
              <a:defRPr>
                <a:solidFill>
                  <a:srgbClr val="003273"/>
                </a:solidFill>
              </a:defRPr>
            </a:lvl1pPr>
          </a:lstStyle>
          <a:p>
            <a:r>
              <a:rPr lang="en-GB" dirty="0"/>
              <a:t>Click to edit Master title style</a:t>
            </a:r>
          </a:p>
        </p:txBody>
      </p:sp>
      <p:sp>
        <p:nvSpPr>
          <p:cNvPr id="3" name="Content Placeholder 2">
            <a:extLst>
              <a:ext uri="{FF2B5EF4-FFF2-40B4-BE49-F238E27FC236}">
                <a16:creationId xmlns:a16="http://schemas.microsoft.com/office/drawing/2014/main" id="{7E963246-0359-EBA7-685A-08E394110119}"/>
              </a:ext>
            </a:extLst>
          </p:cNvPr>
          <p:cNvSpPr>
            <a:spLocks noGrp="1"/>
          </p:cNvSpPr>
          <p:nvPr>
            <p:ph sz="half" idx="1"/>
          </p:nvPr>
        </p:nvSpPr>
        <p:spPr>
          <a:xfrm>
            <a:off x="301336" y="1825625"/>
            <a:ext cx="5455228" cy="435133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FB614CDB-4371-959E-63BB-347A1F0F77DB}"/>
              </a:ext>
            </a:extLst>
          </p:cNvPr>
          <p:cNvSpPr>
            <a:spLocks noGrp="1"/>
          </p:cNvSpPr>
          <p:nvPr>
            <p:ph sz="half" idx="2"/>
          </p:nvPr>
        </p:nvSpPr>
        <p:spPr>
          <a:xfrm>
            <a:off x="5898572" y="1825625"/>
            <a:ext cx="5455228" cy="435133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 Placeholder 4">
            <a:extLst>
              <a:ext uri="{FF2B5EF4-FFF2-40B4-BE49-F238E27FC236}">
                <a16:creationId xmlns:a16="http://schemas.microsoft.com/office/drawing/2014/main" id="{B086B107-F785-3493-264A-CEF3E0D6021B}"/>
              </a:ext>
            </a:extLst>
          </p:cNvPr>
          <p:cNvSpPr>
            <a:spLocks noGrp="1"/>
          </p:cNvSpPr>
          <p:nvPr>
            <p:ph type="dt" sz="half" idx="10"/>
          </p:nvPr>
        </p:nvSpPr>
        <p:spPr/>
        <p:txBody>
          <a:bodyPr/>
          <a:lstStyle/>
          <a:p>
            <a:r>
              <a:rPr lang="en-GB"/>
              <a:t>17/02/26</a:t>
            </a:r>
          </a:p>
        </p:txBody>
      </p:sp>
      <p:sp>
        <p:nvSpPr>
          <p:cNvPr id="6" name="Footer Placeholder 5">
            <a:extLst>
              <a:ext uri="{FF2B5EF4-FFF2-40B4-BE49-F238E27FC236}">
                <a16:creationId xmlns:a16="http://schemas.microsoft.com/office/drawing/2014/main" id="{A0AB6828-A1C6-8760-6651-8D5B63EAA0F4}"/>
              </a:ext>
            </a:extLst>
          </p:cNvPr>
          <p:cNvSpPr>
            <a:spLocks noGrp="1"/>
          </p:cNvSpPr>
          <p:nvPr>
            <p:ph type="ftr" sz="quarter" idx="11"/>
          </p:nvPr>
        </p:nvSpPr>
        <p:spPr/>
        <p:txBody>
          <a:bodyPr/>
          <a:lstStyle/>
          <a:p>
            <a:r>
              <a:rPr lang="en-GB"/>
              <a:t>MSc in Genomic Medicine - ML for Biomarker Discovery</a:t>
            </a:r>
          </a:p>
        </p:txBody>
      </p:sp>
      <p:sp>
        <p:nvSpPr>
          <p:cNvPr id="7" name="Slide Number Placeholder 6">
            <a:extLst>
              <a:ext uri="{FF2B5EF4-FFF2-40B4-BE49-F238E27FC236}">
                <a16:creationId xmlns:a16="http://schemas.microsoft.com/office/drawing/2014/main" id="{56AA1402-C82B-43BE-B0DC-E0E3E90AABF2}"/>
              </a:ext>
            </a:extLst>
          </p:cNvPr>
          <p:cNvSpPr>
            <a:spLocks noGrp="1"/>
          </p:cNvSpPr>
          <p:nvPr>
            <p:ph type="sldNum" sz="quarter" idx="12"/>
          </p:nvPr>
        </p:nvSpPr>
        <p:spPr/>
        <p:txBody>
          <a:bodyPr/>
          <a:lstStyle/>
          <a:p>
            <a:fld id="{E7D906D2-95E0-1F43-A885-1A6CB9387C09}" type="slidenum">
              <a:rPr lang="en-GB" smtClean="0"/>
              <a:t>‹#›</a:t>
            </a:fld>
            <a:endParaRPr lang="en-GB"/>
          </a:p>
        </p:txBody>
      </p:sp>
      <p:grpSp>
        <p:nvGrpSpPr>
          <p:cNvPr id="8" name="object 4">
            <a:extLst>
              <a:ext uri="{FF2B5EF4-FFF2-40B4-BE49-F238E27FC236}">
                <a16:creationId xmlns:a16="http://schemas.microsoft.com/office/drawing/2014/main" id="{A7E7D9A4-8AF4-0794-7B56-12283E2803C1}"/>
              </a:ext>
            </a:extLst>
          </p:cNvPr>
          <p:cNvGrpSpPr/>
          <p:nvPr userDrawn="1"/>
        </p:nvGrpSpPr>
        <p:grpSpPr>
          <a:xfrm>
            <a:off x="11410357" y="136526"/>
            <a:ext cx="633286" cy="632402"/>
            <a:chOff x="1675341" y="756689"/>
            <a:chExt cx="2275205" cy="2272030"/>
          </a:xfrm>
        </p:grpSpPr>
        <p:sp>
          <p:nvSpPr>
            <p:cNvPr id="9" name="object 5">
              <a:extLst>
                <a:ext uri="{FF2B5EF4-FFF2-40B4-BE49-F238E27FC236}">
                  <a16:creationId xmlns:a16="http://schemas.microsoft.com/office/drawing/2014/main" id="{25A5012D-D260-23D4-A8D6-83A12544EB82}"/>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10" name="object 6">
              <a:extLst>
                <a:ext uri="{FF2B5EF4-FFF2-40B4-BE49-F238E27FC236}">
                  <a16:creationId xmlns:a16="http://schemas.microsoft.com/office/drawing/2014/main" id="{D0031016-7382-411E-53BB-CD682752BEE9}"/>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1" name="object 7">
              <a:extLst>
                <a:ext uri="{FF2B5EF4-FFF2-40B4-BE49-F238E27FC236}">
                  <a16:creationId xmlns:a16="http://schemas.microsoft.com/office/drawing/2014/main" id="{E0BF9E1E-C87F-6B58-0607-D3C74B4C5146}"/>
                </a:ext>
              </a:extLst>
            </p:cNvPr>
            <p:cNvPicPr/>
            <p:nvPr/>
          </p:nvPicPr>
          <p:blipFill>
            <a:blip r:embed="rId2" cstate="print"/>
            <a:stretch>
              <a:fillRect/>
            </a:stretch>
          </p:blipFill>
          <p:spPr>
            <a:xfrm>
              <a:off x="1913232" y="2234279"/>
              <a:ext cx="97546" cy="136760"/>
            </a:xfrm>
            <a:prstGeom prst="rect">
              <a:avLst/>
            </a:prstGeom>
          </p:spPr>
        </p:pic>
        <p:pic>
          <p:nvPicPr>
            <p:cNvPr id="12" name="object 8">
              <a:extLst>
                <a:ext uri="{FF2B5EF4-FFF2-40B4-BE49-F238E27FC236}">
                  <a16:creationId xmlns:a16="http://schemas.microsoft.com/office/drawing/2014/main" id="{090CED89-2ABA-5F39-107C-6854836811D1}"/>
                </a:ext>
              </a:extLst>
            </p:cNvPr>
            <p:cNvPicPr/>
            <p:nvPr/>
          </p:nvPicPr>
          <p:blipFill>
            <a:blip r:embed="rId3" cstate="print"/>
            <a:stretch>
              <a:fillRect/>
            </a:stretch>
          </p:blipFill>
          <p:spPr>
            <a:xfrm>
              <a:off x="2060611" y="2234280"/>
              <a:ext cx="97337" cy="134142"/>
            </a:xfrm>
            <a:prstGeom prst="rect">
              <a:avLst/>
            </a:prstGeom>
          </p:spPr>
        </p:pic>
        <p:sp>
          <p:nvSpPr>
            <p:cNvPr id="13" name="object 9">
              <a:extLst>
                <a:ext uri="{FF2B5EF4-FFF2-40B4-BE49-F238E27FC236}">
                  <a16:creationId xmlns:a16="http://schemas.microsoft.com/office/drawing/2014/main" id="{3A7B60D2-5306-3886-829B-A3FA3F36789E}"/>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4" name="object 10">
              <a:extLst>
                <a:ext uri="{FF2B5EF4-FFF2-40B4-BE49-F238E27FC236}">
                  <a16:creationId xmlns:a16="http://schemas.microsoft.com/office/drawing/2014/main" id="{3E1D035D-44FA-6D07-5001-75EB57703B37}"/>
                </a:ext>
              </a:extLst>
            </p:cNvPr>
            <p:cNvPicPr/>
            <p:nvPr/>
          </p:nvPicPr>
          <p:blipFill>
            <a:blip r:embed="rId4" cstate="print"/>
            <a:stretch>
              <a:fillRect/>
            </a:stretch>
          </p:blipFill>
          <p:spPr>
            <a:xfrm>
              <a:off x="2264586" y="2234280"/>
              <a:ext cx="113221" cy="134142"/>
            </a:xfrm>
            <a:prstGeom prst="rect">
              <a:avLst/>
            </a:prstGeom>
          </p:spPr>
        </p:pic>
        <p:sp>
          <p:nvSpPr>
            <p:cNvPr id="15" name="object 11">
              <a:extLst>
                <a:ext uri="{FF2B5EF4-FFF2-40B4-BE49-F238E27FC236}">
                  <a16:creationId xmlns:a16="http://schemas.microsoft.com/office/drawing/2014/main" id="{49ACC9F6-C21B-BD84-748B-C4C04C0D6317}"/>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6" name="object 12">
              <a:extLst>
                <a:ext uri="{FF2B5EF4-FFF2-40B4-BE49-F238E27FC236}">
                  <a16:creationId xmlns:a16="http://schemas.microsoft.com/office/drawing/2014/main" id="{9F2261C8-C503-5690-5039-37B9C8F88EBC}"/>
                </a:ext>
              </a:extLst>
            </p:cNvPr>
            <p:cNvPicPr/>
            <p:nvPr/>
          </p:nvPicPr>
          <p:blipFill>
            <a:blip r:embed="rId5" cstate="print"/>
            <a:stretch>
              <a:fillRect/>
            </a:stretch>
          </p:blipFill>
          <p:spPr>
            <a:xfrm>
              <a:off x="2530110" y="2234284"/>
              <a:ext cx="92311" cy="134142"/>
            </a:xfrm>
            <a:prstGeom prst="rect">
              <a:avLst/>
            </a:prstGeom>
          </p:spPr>
        </p:pic>
        <p:pic>
          <p:nvPicPr>
            <p:cNvPr id="17" name="object 13">
              <a:extLst>
                <a:ext uri="{FF2B5EF4-FFF2-40B4-BE49-F238E27FC236}">
                  <a16:creationId xmlns:a16="http://schemas.microsoft.com/office/drawing/2014/main" id="{8D41EF58-D480-C17C-4E37-28F4E83579AB}"/>
                </a:ext>
              </a:extLst>
            </p:cNvPr>
            <p:cNvPicPr/>
            <p:nvPr/>
          </p:nvPicPr>
          <p:blipFill>
            <a:blip r:embed="rId6" cstate="print"/>
            <a:stretch>
              <a:fillRect/>
            </a:stretch>
          </p:blipFill>
          <p:spPr>
            <a:xfrm>
              <a:off x="2650302" y="2231664"/>
              <a:ext cx="85264" cy="139576"/>
            </a:xfrm>
            <a:prstGeom prst="rect">
              <a:avLst/>
            </a:prstGeom>
          </p:spPr>
        </p:pic>
        <p:sp>
          <p:nvSpPr>
            <p:cNvPr id="18" name="object 14">
              <a:extLst>
                <a:ext uri="{FF2B5EF4-FFF2-40B4-BE49-F238E27FC236}">
                  <a16:creationId xmlns:a16="http://schemas.microsoft.com/office/drawing/2014/main" id="{51114A33-891A-3468-1245-3CB76A3B6984}"/>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9" name="object 15">
              <a:extLst>
                <a:ext uri="{FF2B5EF4-FFF2-40B4-BE49-F238E27FC236}">
                  <a16:creationId xmlns:a16="http://schemas.microsoft.com/office/drawing/2014/main" id="{39DC5065-6149-113C-ED90-113415C18764}"/>
                </a:ext>
              </a:extLst>
            </p:cNvPr>
            <p:cNvPicPr/>
            <p:nvPr/>
          </p:nvPicPr>
          <p:blipFill>
            <a:blip r:embed="rId7" cstate="print"/>
            <a:stretch>
              <a:fillRect/>
            </a:stretch>
          </p:blipFill>
          <p:spPr>
            <a:xfrm>
              <a:off x="2830980" y="2233925"/>
              <a:ext cx="217271" cy="134620"/>
            </a:xfrm>
            <a:prstGeom prst="rect">
              <a:avLst/>
            </a:prstGeom>
          </p:spPr>
        </p:pic>
        <p:pic>
          <p:nvPicPr>
            <p:cNvPr id="20" name="object 16">
              <a:extLst>
                <a:ext uri="{FF2B5EF4-FFF2-40B4-BE49-F238E27FC236}">
                  <a16:creationId xmlns:a16="http://schemas.microsoft.com/office/drawing/2014/main" id="{B8392331-47D9-F2F8-7C69-1262978BFECD}"/>
                </a:ext>
              </a:extLst>
            </p:cNvPr>
            <p:cNvPicPr/>
            <p:nvPr/>
          </p:nvPicPr>
          <p:blipFill>
            <a:blip r:embed="rId8" cstate="print"/>
            <a:stretch>
              <a:fillRect/>
            </a:stretch>
          </p:blipFill>
          <p:spPr>
            <a:xfrm>
              <a:off x="3137399" y="2231666"/>
              <a:ext cx="122581" cy="139377"/>
            </a:xfrm>
            <a:prstGeom prst="rect">
              <a:avLst/>
            </a:prstGeom>
          </p:spPr>
        </p:pic>
        <p:pic>
          <p:nvPicPr>
            <p:cNvPr id="21" name="object 17">
              <a:extLst>
                <a:ext uri="{FF2B5EF4-FFF2-40B4-BE49-F238E27FC236}">
                  <a16:creationId xmlns:a16="http://schemas.microsoft.com/office/drawing/2014/main" id="{02B6374B-8163-A431-0005-69AF587301E5}"/>
                </a:ext>
              </a:extLst>
            </p:cNvPr>
            <p:cNvPicPr/>
            <p:nvPr/>
          </p:nvPicPr>
          <p:blipFill>
            <a:blip r:embed="rId9" cstate="print"/>
            <a:stretch>
              <a:fillRect/>
            </a:stretch>
          </p:blipFill>
          <p:spPr>
            <a:xfrm>
              <a:off x="3302992" y="2234285"/>
              <a:ext cx="72594" cy="134132"/>
            </a:xfrm>
            <a:prstGeom prst="rect">
              <a:avLst/>
            </a:prstGeom>
          </p:spPr>
        </p:pic>
        <p:sp>
          <p:nvSpPr>
            <p:cNvPr id="22" name="object 18">
              <a:extLst>
                <a:ext uri="{FF2B5EF4-FFF2-40B4-BE49-F238E27FC236}">
                  <a16:creationId xmlns:a16="http://schemas.microsoft.com/office/drawing/2014/main" id="{FD0AA99E-6855-8A89-A34A-1E94D6B7D1D6}"/>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3" name="object 19">
              <a:extLst>
                <a:ext uri="{FF2B5EF4-FFF2-40B4-BE49-F238E27FC236}">
                  <a16:creationId xmlns:a16="http://schemas.microsoft.com/office/drawing/2014/main" id="{3117DD05-BD17-D90E-EE5A-3CC0090AEF2C}"/>
                </a:ext>
              </a:extLst>
            </p:cNvPr>
            <p:cNvPicPr/>
            <p:nvPr/>
          </p:nvPicPr>
          <p:blipFill>
            <a:blip r:embed="rId10" cstate="print"/>
            <a:stretch>
              <a:fillRect/>
            </a:stretch>
          </p:blipFill>
          <p:spPr>
            <a:xfrm>
              <a:off x="2821167" y="926515"/>
              <a:ext cx="915186" cy="1092200"/>
            </a:xfrm>
            <a:prstGeom prst="rect">
              <a:avLst/>
            </a:prstGeom>
          </p:spPr>
        </p:pic>
      </p:grpSp>
    </p:spTree>
    <p:extLst>
      <p:ext uri="{BB962C8B-B14F-4D97-AF65-F5344CB8AC3E}">
        <p14:creationId xmlns:p14="http://schemas.microsoft.com/office/powerpoint/2010/main" val="1814129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D30CC-473D-DAB7-D88E-9D14D9B1AA11}"/>
              </a:ext>
            </a:extLst>
          </p:cNvPr>
          <p:cNvSpPr>
            <a:spLocks noGrp="1"/>
          </p:cNvSpPr>
          <p:nvPr>
            <p:ph type="title"/>
          </p:nvPr>
        </p:nvSpPr>
        <p:spPr>
          <a:xfrm>
            <a:off x="308393" y="365125"/>
            <a:ext cx="11045407" cy="1325563"/>
          </a:xfrm>
        </p:spPr>
        <p:txBody>
          <a:bodyPr/>
          <a:lstStyle>
            <a:lvl1pPr>
              <a:defRPr>
                <a:solidFill>
                  <a:srgbClr val="003273"/>
                </a:solidFill>
              </a:defRPr>
            </a:lvl1pPr>
          </a:lstStyle>
          <a:p>
            <a:r>
              <a:rPr lang="en-GB" dirty="0"/>
              <a:t>Click to edit Master title style</a:t>
            </a:r>
          </a:p>
        </p:txBody>
      </p:sp>
      <p:sp>
        <p:nvSpPr>
          <p:cNvPr id="3" name="Content Placeholder 2">
            <a:extLst>
              <a:ext uri="{FF2B5EF4-FFF2-40B4-BE49-F238E27FC236}">
                <a16:creationId xmlns:a16="http://schemas.microsoft.com/office/drawing/2014/main" id="{7E963246-0359-EBA7-685A-08E394110119}"/>
              </a:ext>
            </a:extLst>
          </p:cNvPr>
          <p:cNvSpPr>
            <a:spLocks noGrp="1"/>
          </p:cNvSpPr>
          <p:nvPr>
            <p:ph sz="half" idx="1"/>
          </p:nvPr>
        </p:nvSpPr>
        <p:spPr>
          <a:xfrm>
            <a:off x="308393" y="1825625"/>
            <a:ext cx="5333871" cy="4351338"/>
          </a:xfrm>
          <a:prstGeom prst="roundRect">
            <a:avLst/>
          </a:prstGeom>
          <a:solidFill>
            <a:srgbClr val="001F46">
              <a:alpha val="29020"/>
            </a:srgbClr>
          </a:solidFill>
          <a:ln w="28575">
            <a:solidFill>
              <a:schemeClr val="accent1"/>
            </a:solidFill>
          </a:ln>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FB614CDB-4371-959E-63BB-347A1F0F77DB}"/>
              </a:ext>
            </a:extLst>
          </p:cNvPr>
          <p:cNvSpPr>
            <a:spLocks noGrp="1"/>
          </p:cNvSpPr>
          <p:nvPr>
            <p:ph sz="half" idx="2"/>
          </p:nvPr>
        </p:nvSpPr>
        <p:spPr>
          <a:xfrm>
            <a:off x="6019928" y="1825625"/>
            <a:ext cx="5333871" cy="4351338"/>
          </a:xfrm>
          <a:prstGeom prst="roundRect">
            <a:avLst/>
          </a:prstGeom>
          <a:solidFill>
            <a:srgbClr val="BDC5CE"/>
          </a:solidFill>
          <a:ln w="28575">
            <a:solidFill>
              <a:schemeClr val="accent1"/>
            </a:solidFill>
          </a:ln>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 Placeholder 4">
            <a:extLst>
              <a:ext uri="{FF2B5EF4-FFF2-40B4-BE49-F238E27FC236}">
                <a16:creationId xmlns:a16="http://schemas.microsoft.com/office/drawing/2014/main" id="{B086B107-F785-3493-264A-CEF3E0D6021B}"/>
              </a:ext>
            </a:extLst>
          </p:cNvPr>
          <p:cNvSpPr>
            <a:spLocks noGrp="1"/>
          </p:cNvSpPr>
          <p:nvPr>
            <p:ph type="dt" sz="half" idx="10"/>
          </p:nvPr>
        </p:nvSpPr>
        <p:spPr/>
        <p:txBody>
          <a:bodyPr/>
          <a:lstStyle/>
          <a:p>
            <a:r>
              <a:rPr lang="en-GB"/>
              <a:t>17/02/26</a:t>
            </a:r>
          </a:p>
        </p:txBody>
      </p:sp>
      <p:sp>
        <p:nvSpPr>
          <p:cNvPr id="6" name="Footer Placeholder 5">
            <a:extLst>
              <a:ext uri="{FF2B5EF4-FFF2-40B4-BE49-F238E27FC236}">
                <a16:creationId xmlns:a16="http://schemas.microsoft.com/office/drawing/2014/main" id="{A0AB6828-A1C6-8760-6651-8D5B63EAA0F4}"/>
              </a:ext>
            </a:extLst>
          </p:cNvPr>
          <p:cNvSpPr>
            <a:spLocks noGrp="1"/>
          </p:cNvSpPr>
          <p:nvPr>
            <p:ph type="ftr" sz="quarter" idx="11"/>
          </p:nvPr>
        </p:nvSpPr>
        <p:spPr/>
        <p:txBody>
          <a:bodyPr/>
          <a:lstStyle/>
          <a:p>
            <a:r>
              <a:rPr lang="en-GB"/>
              <a:t>MSc in Genomic Medicine - ML for Biomarker Discovery</a:t>
            </a:r>
          </a:p>
        </p:txBody>
      </p:sp>
      <p:sp>
        <p:nvSpPr>
          <p:cNvPr id="7" name="Slide Number Placeholder 6">
            <a:extLst>
              <a:ext uri="{FF2B5EF4-FFF2-40B4-BE49-F238E27FC236}">
                <a16:creationId xmlns:a16="http://schemas.microsoft.com/office/drawing/2014/main" id="{56AA1402-C82B-43BE-B0DC-E0E3E90AABF2}"/>
              </a:ext>
            </a:extLst>
          </p:cNvPr>
          <p:cNvSpPr>
            <a:spLocks noGrp="1"/>
          </p:cNvSpPr>
          <p:nvPr>
            <p:ph type="sldNum" sz="quarter" idx="12"/>
          </p:nvPr>
        </p:nvSpPr>
        <p:spPr/>
        <p:txBody>
          <a:bodyPr/>
          <a:lstStyle/>
          <a:p>
            <a:fld id="{E7D906D2-95E0-1F43-A885-1A6CB9387C09}" type="slidenum">
              <a:rPr lang="en-GB" smtClean="0"/>
              <a:t>‹#›</a:t>
            </a:fld>
            <a:endParaRPr lang="en-GB"/>
          </a:p>
        </p:txBody>
      </p:sp>
      <p:grpSp>
        <p:nvGrpSpPr>
          <p:cNvPr id="8" name="object 4">
            <a:extLst>
              <a:ext uri="{FF2B5EF4-FFF2-40B4-BE49-F238E27FC236}">
                <a16:creationId xmlns:a16="http://schemas.microsoft.com/office/drawing/2014/main" id="{BFEAAE85-3CA0-F88D-A6C3-329714BBDF12}"/>
              </a:ext>
            </a:extLst>
          </p:cNvPr>
          <p:cNvGrpSpPr/>
          <p:nvPr userDrawn="1"/>
        </p:nvGrpSpPr>
        <p:grpSpPr>
          <a:xfrm>
            <a:off x="11410357" y="136526"/>
            <a:ext cx="633286" cy="632402"/>
            <a:chOff x="1675341" y="756689"/>
            <a:chExt cx="2275205" cy="2272030"/>
          </a:xfrm>
        </p:grpSpPr>
        <p:sp>
          <p:nvSpPr>
            <p:cNvPr id="9" name="object 5">
              <a:extLst>
                <a:ext uri="{FF2B5EF4-FFF2-40B4-BE49-F238E27FC236}">
                  <a16:creationId xmlns:a16="http://schemas.microsoft.com/office/drawing/2014/main" id="{708FE14D-2843-D82E-5D03-E6DDF2C804E5}"/>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10" name="object 6">
              <a:extLst>
                <a:ext uri="{FF2B5EF4-FFF2-40B4-BE49-F238E27FC236}">
                  <a16:creationId xmlns:a16="http://schemas.microsoft.com/office/drawing/2014/main" id="{74B11C4D-1E65-A0AD-CD44-445DC7930678}"/>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1" name="object 7">
              <a:extLst>
                <a:ext uri="{FF2B5EF4-FFF2-40B4-BE49-F238E27FC236}">
                  <a16:creationId xmlns:a16="http://schemas.microsoft.com/office/drawing/2014/main" id="{1DC45328-CD81-08D0-1015-01E15CE6A6C2}"/>
                </a:ext>
              </a:extLst>
            </p:cNvPr>
            <p:cNvPicPr/>
            <p:nvPr/>
          </p:nvPicPr>
          <p:blipFill>
            <a:blip r:embed="rId2" cstate="print"/>
            <a:stretch>
              <a:fillRect/>
            </a:stretch>
          </p:blipFill>
          <p:spPr>
            <a:xfrm>
              <a:off x="1913232" y="2234279"/>
              <a:ext cx="97546" cy="136760"/>
            </a:xfrm>
            <a:prstGeom prst="rect">
              <a:avLst/>
            </a:prstGeom>
          </p:spPr>
        </p:pic>
        <p:pic>
          <p:nvPicPr>
            <p:cNvPr id="12" name="object 8">
              <a:extLst>
                <a:ext uri="{FF2B5EF4-FFF2-40B4-BE49-F238E27FC236}">
                  <a16:creationId xmlns:a16="http://schemas.microsoft.com/office/drawing/2014/main" id="{3E6C8E0B-F311-0D33-56CB-7ADB67826BEC}"/>
                </a:ext>
              </a:extLst>
            </p:cNvPr>
            <p:cNvPicPr/>
            <p:nvPr/>
          </p:nvPicPr>
          <p:blipFill>
            <a:blip r:embed="rId3" cstate="print"/>
            <a:stretch>
              <a:fillRect/>
            </a:stretch>
          </p:blipFill>
          <p:spPr>
            <a:xfrm>
              <a:off x="2060611" y="2234280"/>
              <a:ext cx="97337" cy="134142"/>
            </a:xfrm>
            <a:prstGeom prst="rect">
              <a:avLst/>
            </a:prstGeom>
          </p:spPr>
        </p:pic>
        <p:sp>
          <p:nvSpPr>
            <p:cNvPr id="13" name="object 9">
              <a:extLst>
                <a:ext uri="{FF2B5EF4-FFF2-40B4-BE49-F238E27FC236}">
                  <a16:creationId xmlns:a16="http://schemas.microsoft.com/office/drawing/2014/main" id="{2AA3F6B5-285F-84C2-FFE4-3F91568442B8}"/>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4" name="object 10">
              <a:extLst>
                <a:ext uri="{FF2B5EF4-FFF2-40B4-BE49-F238E27FC236}">
                  <a16:creationId xmlns:a16="http://schemas.microsoft.com/office/drawing/2014/main" id="{C999D605-11D1-B787-793B-77C7DDD21AA6}"/>
                </a:ext>
              </a:extLst>
            </p:cNvPr>
            <p:cNvPicPr/>
            <p:nvPr/>
          </p:nvPicPr>
          <p:blipFill>
            <a:blip r:embed="rId4" cstate="print"/>
            <a:stretch>
              <a:fillRect/>
            </a:stretch>
          </p:blipFill>
          <p:spPr>
            <a:xfrm>
              <a:off x="2264586" y="2234280"/>
              <a:ext cx="113221" cy="134142"/>
            </a:xfrm>
            <a:prstGeom prst="rect">
              <a:avLst/>
            </a:prstGeom>
          </p:spPr>
        </p:pic>
        <p:sp>
          <p:nvSpPr>
            <p:cNvPr id="15" name="object 11">
              <a:extLst>
                <a:ext uri="{FF2B5EF4-FFF2-40B4-BE49-F238E27FC236}">
                  <a16:creationId xmlns:a16="http://schemas.microsoft.com/office/drawing/2014/main" id="{CFDD3E61-F7DD-589B-0B53-56996DAE88A7}"/>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6" name="object 12">
              <a:extLst>
                <a:ext uri="{FF2B5EF4-FFF2-40B4-BE49-F238E27FC236}">
                  <a16:creationId xmlns:a16="http://schemas.microsoft.com/office/drawing/2014/main" id="{1EAF8AA2-7782-4AB6-3330-1475D7253751}"/>
                </a:ext>
              </a:extLst>
            </p:cNvPr>
            <p:cNvPicPr/>
            <p:nvPr/>
          </p:nvPicPr>
          <p:blipFill>
            <a:blip r:embed="rId5" cstate="print"/>
            <a:stretch>
              <a:fillRect/>
            </a:stretch>
          </p:blipFill>
          <p:spPr>
            <a:xfrm>
              <a:off x="2530110" y="2234284"/>
              <a:ext cx="92311" cy="134142"/>
            </a:xfrm>
            <a:prstGeom prst="rect">
              <a:avLst/>
            </a:prstGeom>
          </p:spPr>
        </p:pic>
        <p:pic>
          <p:nvPicPr>
            <p:cNvPr id="17" name="object 13">
              <a:extLst>
                <a:ext uri="{FF2B5EF4-FFF2-40B4-BE49-F238E27FC236}">
                  <a16:creationId xmlns:a16="http://schemas.microsoft.com/office/drawing/2014/main" id="{BCC3E004-BD85-F648-0F08-4B19B02E0473}"/>
                </a:ext>
              </a:extLst>
            </p:cNvPr>
            <p:cNvPicPr/>
            <p:nvPr/>
          </p:nvPicPr>
          <p:blipFill>
            <a:blip r:embed="rId6" cstate="print"/>
            <a:stretch>
              <a:fillRect/>
            </a:stretch>
          </p:blipFill>
          <p:spPr>
            <a:xfrm>
              <a:off x="2650302" y="2231664"/>
              <a:ext cx="85264" cy="139576"/>
            </a:xfrm>
            <a:prstGeom prst="rect">
              <a:avLst/>
            </a:prstGeom>
          </p:spPr>
        </p:pic>
        <p:sp>
          <p:nvSpPr>
            <p:cNvPr id="18" name="object 14">
              <a:extLst>
                <a:ext uri="{FF2B5EF4-FFF2-40B4-BE49-F238E27FC236}">
                  <a16:creationId xmlns:a16="http://schemas.microsoft.com/office/drawing/2014/main" id="{EF02D264-312E-C2E1-0ACB-F1B60ED7922D}"/>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9" name="object 15">
              <a:extLst>
                <a:ext uri="{FF2B5EF4-FFF2-40B4-BE49-F238E27FC236}">
                  <a16:creationId xmlns:a16="http://schemas.microsoft.com/office/drawing/2014/main" id="{C1A6D9D8-EEC0-925F-29B2-B93B96FD5DE2}"/>
                </a:ext>
              </a:extLst>
            </p:cNvPr>
            <p:cNvPicPr/>
            <p:nvPr/>
          </p:nvPicPr>
          <p:blipFill>
            <a:blip r:embed="rId7" cstate="print"/>
            <a:stretch>
              <a:fillRect/>
            </a:stretch>
          </p:blipFill>
          <p:spPr>
            <a:xfrm>
              <a:off x="2830980" y="2233925"/>
              <a:ext cx="217271" cy="134620"/>
            </a:xfrm>
            <a:prstGeom prst="rect">
              <a:avLst/>
            </a:prstGeom>
          </p:spPr>
        </p:pic>
        <p:pic>
          <p:nvPicPr>
            <p:cNvPr id="20" name="object 16">
              <a:extLst>
                <a:ext uri="{FF2B5EF4-FFF2-40B4-BE49-F238E27FC236}">
                  <a16:creationId xmlns:a16="http://schemas.microsoft.com/office/drawing/2014/main" id="{457DF83B-F418-6F34-1E60-3BF7A50CD329}"/>
                </a:ext>
              </a:extLst>
            </p:cNvPr>
            <p:cNvPicPr/>
            <p:nvPr/>
          </p:nvPicPr>
          <p:blipFill>
            <a:blip r:embed="rId8" cstate="print"/>
            <a:stretch>
              <a:fillRect/>
            </a:stretch>
          </p:blipFill>
          <p:spPr>
            <a:xfrm>
              <a:off x="3137399" y="2231666"/>
              <a:ext cx="122581" cy="139377"/>
            </a:xfrm>
            <a:prstGeom prst="rect">
              <a:avLst/>
            </a:prstGeom>
          </p:spPr>
        </p:pic>
        <p:pic>
          <p:nvPicPr>
            <p:cNvPr id="21" name="object 17">
              <a:extLst>
                <a:ext uri="{FF2B5EF4-FFF2-40B4-BE49-F238E27FC236}">
                  <a16:creationId xmlns:a16="http://schemas.microsoft.com/office/drawing/2014/main" id="{826BC9CB-B4CF-1142-53E0-62942A0A7679}"/>
                </a:ext>
              </a:extLst>
            </p:cNvPr>
            <p:cNvPicPr/>
            <p:nvPr/>
          </p:nvPicPr>
          <p:blipFill>
            <a:blip r:embed="rId9" cstate="print"/>
            <a:stretch>
              <a:fillRect/>
            </a:stretch>
          </p:blipFill>
          <p:spPr>
            <a:xfrm>
              <a:off x="3302992" y="2234285"/>
              <a:ext cx="72594" cy="134132"/>
            </a:xfrm>
            <a:prstGeom prst="rect">
              <a:avLst/>
            </a:prstGeom>
          </p:spPr>
        </p:pic>
        <p:sp>
          <p:nvSpPr>
            <p:cNvPr id="22" name="object 18">
              <a:extLst>
                <a:ext uri="{FF2B5EF4-FFF2-40B4-BE49-F238E27FC236}">
                  <a16:creationId xmlns:a16="http://schemas.microsoft.com/office/drawing/2014/main" id="{415D4F02-50B5-42B2-B7DA-6EED327C7435}"/>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3" name="object 19">
              <a:extLst>
                <a:ext uri="{FF2B5EF4-FFF2-40B4-BE49-F238E27FC236}">
                  <a16:creationId xmlns:a16="http://schemas.microsoft.com/office/drawing/2014/main" id="{026BD0B5-80C5-B49E-20CE-11A5400A25A6}"/>
                </a:ext>
              </a:extLst>
            </p:cNvPr>
            <p:cNvPicPr/>
            <p:nvPr/>
          </p:nvPicPr>
          <p:blipFill>
            <a:blip r:embed="rId10" cstate="print"/>
            <a:stretch>
              <a:fillRect/>
            </a:stretch>
          </p:blipFill>
          <p:spPr>
            <a:xfrm>
              <a:off x="2821167" y="926515"/>
              <a:ext cx="915186" cy="1092200"/>
            </a:xfrm>
            <a:prstGeom prst="rect">
              <a:avLst/>
            </a:prstGeom>
          </p:spPr>
        </p:pic>
      </p:grpSp>
    </p:spTree>
    <p:extLst>
      <p:ext uri="{BB962C8B-B14F-4D97-AF65-F5344CB8AC3E}">
        <p14:creationId xmlns:p14="http://schemas.microsoft.com/office/powerpoint/2010/main" val="2511027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1F4A-1544-4A54-802F-9C707E1BC3CC}"/>
              </a:ext>
            </a:extLst>
          </p:cNvPr>
          <p:cNvSpPr>
            <a:spLocks noGrp="1"/>
          </p:cNvSpPr>
          <p:nvPr>
            <p:ph type="title"/>
          </p:nvPr>
        </p:nvSpPr>
        <p:spPr>
          <a:xfrm>
            <a:off x="308393" y="365125"/>
            <a:ext cx="11046995" cy="1325563"/>
          </a:xfrm>
        </p:spPr>
        <p:txBody>
          <a:bodyPr/>
          <a:lstStyle>
            <a:lvl1pPr>
              <a:defRPr>
                <a:solidFill>
                  <a:srgbClr val="003273"/>
                </a:solidFill>
              </a:defRPr>
            </a:lvl1pPr>
          </a:lstStyle>
          <a:p>
            <a:r>
              <a:rPr lang="en-GB" dirty="0"/>
              <a:t>Click to edit Master title style</a:t>
            </a:r>
          </a:p>
        </p:txBody>
      </p:sp>
      <p:sp>
        <p:nvSpPr>
          <p:cNvPr id="3" name="Text Placeholder 2">
            <a:extLst>
              <a:ext uri="{FF2B5EF4-FFF2-40B4-BE49-F238E27FC236}">
                <a16:creationId xmlns:a16="http://schemas.microsoft.com/office/drawing/2014/main" id="{91A11792-51D6-E991-1FE2-EFF41FEE7B5F}"/>
              </a:ext>
            </a:extLst>
          </p:cNvPr>
          <p:cNvSpPr>
            <a:spLocks noGrp="1"/>
          </p:cNvSpPr>
          <p:nvPr>
            <p:ph type="body" idx="1"/>
          </p:nvPr>
        </p:nvSpPr>
        <p:spPr>
          <a:xfrm>
            <a:off x="308394" y="1681163"/>
            <a:ext cx="5689182" cy="823912"/>
          </a:xfrm>
        </p:spPr>
        <p:txBody>
          <a:bodyPr anchor="b"/>
          <a:lstStyle>
            <a:lvl1pPr marL="0" indent="0">
              <a:buNone/>
              <a:defRPr sz="2400" b="1">
                <a:solidFill>
                  <a:srgbClr val="00327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93F82CD2-04DB-4581-8AF9-D3067DB6DD73}"/>
              </a:ext>
            </a:extLst>
          </p:cNvPr>
          <p:cNvSpPr>
            <a:spLocks noGrp="1"/>
          </p:cNvSpPr>
          <p:nvPr>
            <p:ph sz="half" idx="2"/>
          </p:nvPr>
        </p:nvSpPr>
        <p:spPr>
          <a:xfrm>
            <a:off x="308394" y="2505075"/>
            <a:ext cx="5689182" cy="368458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 Placeholder 4">
            <a:extLst>
              <a:ext uri="{FF2B5EF4-FFF2-40B4-BE49-F238E27FC236}">
                <a16:creationId xmlns:a16="http://schemas.microsoft.com/office/drawing/2014/main" id="{2393EA05-8D26-0F62-4E25-2CCB85655331}"/>
              </a:ext>
            </a:extLst>
          </p:cNvPr>
          <p:cNvSpPr>
            <a:spLocks noGrp="1"/>
          </p:cNvSpPr>
          <p:nvPr>
            <p:ph type="body" sz="quarter" idx="3"/>
          </p:nvPr>
        </p:nvSpPr>
        <p:spPr>
          <a:xfrm>
            <a:off x="6172200" y="1681163"/>
            <a:ext cx="5183188" cy="823912"/>
          </a:xfrm>
        </p:spPr>
        <p:txBody>
          <a:bodyPr anchor="b"/>
          <a:lstStyle>
            <a:lvl1pPr marL="0" indent="0">
              <a:buNone/>
              <a:defRPr sz="2400" b="1">
                <a:solidFill>
                  <a:srgbClr val="00327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DC8B8879-566B-86FB-B4D8-B141E3416A71}"/>
              </a:ext>
            </a:extLst>
          </p:cNvPr>
          <p:cNvSpPr>
            <a:spLocks noGrp="1"/>
          </p:cNvSpPr>
          <p:nvPr>
            <p:ph sz="quarter" idx="4"/>
          </p:nvPr>
        </p:nvSpPr>
        <p:spPr>
          <a:xfrm>
            <a:off x="6172200" y="2505075"/>
            <a:ext cx="5183188" cy="3684588"/>
          </a:xfrm>
        </p:spPr>
        <p:txBody>
          <a:bodyPr/>
          <a:lstStyle>
            <a:lvl1pPr>
              <a:defRPr>
                <a:solidFill>
                  <a:srgbClr val="003882"/>
                </a:solidFill>
              </a:defRPr>
            </a:lvl1pPr>
            <a:lvl2pPr>
              <a:defRPr>
                <a:solidFill>
                  <a:srgbClr val="003882"/>
                </a:solidFill>
              </a:defRPr>
            </a:lvl2pPr>
            <a:lvl3pPr>
              <a:defRPr>
                <a:solidFill>
                  <a:srgbClr val="003882"/>
                </a:solidFill>
              </a:defRPr>
            </a:lvl3pPr>
            <a:lvl4pPr>
              <a:defRPr>
                <a:solidFill>
                  <a:srgbClr val="003882"/>
                </a:solidFill>
              </a:defRPr>
            </a:lvl4pPr>
            <a:lvl5pPr>
              <a:defRPr>
                <a:solidFill>
                  <a:srgbClr val="00388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CE4ACAE8-6472-4E7A-C89D-EC5608E3D332}"/>
              </a:ext>
            </a:extLst>
          </p:cNvPr>
          <p:cNvSpPr>
            <a:spLocks noGrp="1"/>
          </p:cNvSpPr>
          <p:nvPr>
            <p:ph type="dt" sz="half" idx="10"/>
          </p:nvPr>
        </p:nvSpPr>
        <p:spPr/>
        <p:txBody>
          <a:bodyPr/>
          <a:lstStyle/>
          <a:p>
            <a:r>
              <a:rPr lang="en-GB"/>
              <a:t>17/02/26</a:t>
            </a:r>
          </a:p>
        </p:txBody>
      </p:sp>
      <p:sp>
        <p:nvSpPr>
          <p:cNvPr id="8" name="Footer Placeholder 7">
            <a:extLst>
              <a:ext uri="{FF2B5EF4-FFF2-40B4-BE49-F238E27FC236}">
                <a16:creationId xmlns:a16="http://schemas.microsoft.com/office/drawing/2014/main" id="{E343F243-93C1-8048-995E-EB9B2B117AC0}"/>
              </a:ext>
            </a:extLst>
          </p:cNvPr>
          <p:cNvSpPr>
            <a:spLocks noGrp="1"/>
          </p:cNvSpPr>
          <p:nvPr>
            <p:ph type="ftr" sz="quarter" idx="11"/>
          </p:nvPr>
        </p:nvSpPr>
        <p:spPr/>
        <p:txBody>
          <a:bodyPr/>
          <a:lstStyle/>
          <a:p>
            <a:r>
              <a:rPr lang="en-GB"/>
              <a:t>MSc in Genomic Medicine - ML for Biomarker Discovery</a:t>
            </a:r>
          </a:p>
        </p:txBody>
      </p:sp>
      <p:sp>
        <p:nvSpPr>
          <p:cNvPr id="9" name="Slide Number Placeholder 8">
            <a:extLst>
              <a:ext uri="{FF2B5EF4-FFF2-40B4-BE49-F238E27FC236}">
                <a16:creationId xmlns:a16="http://schemas.microsoft.com/office/drawing/2014/main" id="{0F323963-FA34-0C2A-98D7-5B395FDABB38}"/>
              </a:ext>
            </a:extLst>
          </p:cNvPr>
          <p:cNvSpPr>
            <a:spLocks noGrp="1"/>
          </p:cNvSpPr>
          <p:nvPr>
            <p:ph type="sldNum" sz="quarter" idx="12"/>
          </p:nvPr>
        </p:nvSpPr>
        <p:spPr/>
        <p:txBody>
          <a:bodyPr/>
          <a:lstStyle/>
          <a:p>
            <a:fld id="{E7D906D2-95E0-1F43-A885-1A6CB9387C09}" type="slidenum">
              <a:rPr lang="en-GB" smtClean="0"/>
              <a:t>‹#›</a:t>
            </a:fld>
            <a:endParaRPr lang="en-GB"/>
          </a:p>
        </p:txBody>
      </p:sp>
      <p:grpSp>
        <p:nvGrpSpPr>
          <p:cNvPr id="10" name="object 4">
            <a:extLst>
              <a:ext uri="{FF2B5EF4-FFF2-40B4-BE49-F238E27FC236}">
                <a16:creationId xmlns:a16="http://schemas.microsoft.com/office/drawing/2014/main" id="{F391B1C2-3BF2-7C2A-A37C-7023F1621E50}"/>
              </a:ext>
            </a:extLst>
          </p:cNvPr>
          <p:cNvGrpSpPr/>
          <p:nvPr userDrawn="1"/>
        </p:nvGrpSpPr>
        <p:grpSpPr>
          <a:xfrm>
            <a:off x="11410357" y="136526"/>
            <a:ext cx="633286" cy="632402"/>
            <a:chOff x="1675341" y="756689"/>
            <a:chExt cx="2275205" cy="2272030"/>
          </a:xfrm>
        </p:grpSpPr>
        <p:sp>
          <p:nvSpPr>
            <p:cNvPr id="11" name="object 5">
              <a:extLst>
                <a:ext uri="{FF2B5EF4-FFF2-40B4-BE49-F238E27FC236}">
                  <a16:creationId xmlns:a16="http://schemas.microsoft.com/office/drawing/2014/main" id="{AF7FB9A6-E45A-D19A-E026-6F8C29B87335}"/>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12" name="object 6">
              <a:extLst>
                <a:ext uri="{FF2B5EF4-FFF2-40B4-BE49-F238E27FC236}">
                  <a16:creationId xmlns:a16="http://schemas.microsoft.com/office/drawing/2014/main" id="{63BE6833-6FF2-12AE-9885-B9CE73CF3699}"/>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13" name="object 7">
              <a:extLst>
                <a:ext uri="{FF2B5EF4-FFF2-40B4-BE49-F238E27FC236}">
                  <a16:creationId xmlns:a16="http://schemas.microsoft.com/office/drawing/2014/main" id="{D7CDB740-3231-A4AC-A768-75E5E4DE5C8C}"/>
                </a:ext>
              </a:extLst>
            </p:cNvPr>
            <p:cNvPicPr/>
            <p:nvPr/>
          </p:nvPicPr>
          <p:blipFill>
            <a:blip r:embed="rId2" cstate="print"/>
            <a:stretch>
              <a:fillRect/>
            </a:stretch>
          </p:blipFill>
          <p:spPr>
            <a:xfrm>
              <a:off x="1913232" y="2234279"/>
              <a:ext cx="97546" cy="136760"/>
            </a:xfrm>
            <a:prstGeom prst="rect">
              <a:avLst/>
            </a:prstGeom>
          </p:spPr>
        </p:pic>
        <p:pic>
          <p:nvPicPr>
            <p:cNvPr id="14" name="object 8">
              <a:extLst>
                <a:ext uri="{FF2B5EF4-FFF2-40B4-BE49-F238E27FC236}">
                  <a16:creationId xmlns:a16="http://schemas.microsoft.com/office/drawing/2014/main" id="{59C1C8C0-1993-154D-1A3E-92F0ABD17DE6}"/>
                </a:ext>
              </a:extLst>
            </p:cNvPr>
            <p:cNvPicPr/>
            <p:nvPr/>
          </p:nvPicPr>
          <p:blipFill>
            <a:blip r:embed="rId3" cstate="print"/>
            <a:stretch>
              <a:fillRect/>
            </a:stretch>
          </p:blipFill>
          <p:spPr>
            <a:xfrm>
              <a:off x="2060611" y="2234280"/>
              <a:ext cx="97337" cy="134142"/>
            </a:xfrm>
            <a:prstGeom prst="rect">
              <a:avLst/>
            </a:prstGeom>
          </p:spPr>
        </p:pic>
        <p:sp>
          <p:nvSpPr>
            <p:cNvPr id="15" name="object 9">
              <a:extLst>
                <a:ext uri="{FF2B5EF4-FFF2-40B4-BE49-F238E27FC236}">
                  <a16:creationId xmlns:a16="http://schemas.microsoft.com/office/drawing/2014/main" id="{5A696902-0CF7-3E29-2AEB-677524995B91}"/>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6" name="object 10">
              <a:extLst>
                <a:ext uri="{FF2B5EF4-FFF2-40B4-BE49-F238E27FC236}">
                  <a16:creationId xmlns:a16="http://schemas.microsoft.com/office/drawing/2014/main" id="{699929F8-7993-A58F-1CD3-1B73040D1B6F}"/>
                </a:ext>
              </a:extLst>
            </p:cNvPr>
            <p:cNvPicPr/>
            <p:nvPr/>
          </p:nvPicPr>
          <p:blipFill>
            <a:blip r:embed="rId4" cstate="print"/>
            <a:stretch>
              <a:fillRect/>
            </a:stretch>
          </p:blipFill>
          <p:spPr>
            <a:xfrm>
              <a:off x="2264586" y="2234280"/>
              <a:ext cx="113221" cy="134142"/>
            </a:xfrm>
            <a:prstGeom prst="rect">
              <a:avLst/>
            </a:prstGeom>
          </p:spPr>
        </p:pic>
        <p:sp>
          <p:nvSpPr>
            <p:cNvPr id="17" name="object 11">
              <a:extLst>
                <a:ext uri="{FF2B5EF4-FFF2-40B4-BE49-F238E27FC236}">
                  <a16:creationId xmlns:a16="http://schemas.microsoft.com/office/drawing/2014/main" id="{4EE314E7-90A2-8A7D-218B-5EAAE0A6B48A}"/>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8" name="object 12">
              <a:extLst>
                <a:ext uri="{FF2B5EF4-FFF2-40B4-BE49-F238E27FC236}">
                  <a16:creationId xmlns:a16="http://schemas.microsoft.com/office/drawing/2014/main" id="{55FC9967-08A9-D3FB-8F4E-4F5E6C5E34B7}"/>
                </a:ext>
              </a:extLst>
            </p:cNvPr>
            <p:cNvPicPr/>
            <p:nvPr/>
          </p:nvPicPr>
          <p:blipFill>
            <a:blip r:embed="rId5" cstate="print"/>
            <a:stretch>
              <a:fillRect/>
            </a:stretch>
          </p:blipFill>
          <p:spPr>
            <a:xfrm>
              <a:off x="2530110" y="2234284"/>
              <a:ext cx="92311" cy="134142"/>
            </a:xfrm>
            <a:prstGeom prst="rect">
              <a:avLst/>
            </a:prstGeom>
          </p:spPr>
        </p:pic>
        <p:pic>
          <p:nvPicPr>
            <p:cNvPr id="19" name="object 13">
              <a:extLst>
                <a:ext uri="{FF2B5EF4-FFF2-40B4-BE49-F238E27FC236}">
                  <a16:creationId xmlns:a16="http://schemas.microsoft.com/office/drawing/2014/main" id="{A7AB7C38-6ED4-4EF4-0170-F7F731356110}"/>
                </a:ext>
              </a:extLst>
            </p:cNvPr>
            <p:cNvPicPr/>
            <p:nvPr/>
          </p:nvPicPr>
          <p:blipFill>
            <a:blip r:embed="rId6" cstate="print"/>
            <a:stretch>
              <a:fillRect/>
            </a:stretch>
          </p:blipFill>
          <p:spPr>
            <a:xfrm>
              <a:off x="2650302" y="2231664"/>
              <a:ext cx="85264" cy="139576"/>
            </a:xfrm>
            <a:prstGeom prst="rect">
              <a:avLst/>
            </a:prstGeom>
          </p:spPr>
        </p:pic>
        <p:sp>
          <p:nvSpPr>
            <p:cNvPr id="20" name="object 14">
              <a:extLst>
                <a:ext uri="{FF2B5EF4-FFF2-40B4-BE49-F238E27FC236}">
                  <a16:creationId xmlns:a16="http://schemas.microsoft.com/office/drawing/2014/main" id="{306E963A-04A1-27D5-172A-C455154E03F8}"/>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21" name="object 15">
              <a:extLst>
                <a:ext uri="{FF2B5EF4-FFF2-40B4-BE49-F238E27FC236}">
                  <a16:creationId xmlns:a16="http://schemas.microsoft.com/office/drawing/2014/main" id="{389530D5-6F7F-9FA4-126B-E1ACD5D20DEE}"/>
                </a:ext>
              </a:extLst>
            </p:cNvPr>
            <p:cNvPicPr/>
            <p:nvPr/>
          </p:nvPicPr>
          <p:blipFill>
            <a:blip r:embed="rId7" cstate="print"/>
            <a:stretch>
              <a:fillRect/>
            </a:stretch>
          </p:blipFill>
          <p:spPr>
            <a:xfrm>
              <a:off x="2830980" y="2233925"/>
              <a:ext cx="217271" cy="134620"/>
            </a:xfrm>
            <a:prstGeom prst="rect">
              <a:avLst/>
            </a:prstGeom>
          </p:spPr>
        </p:pic>
        <p:pic>
          <p:nvPicPr>
            <p:cNvPr id="22" name="object 16">
              <a:extLst>
                <a:ext uri="{FF2B5EF4-FFF2-40B4-BE49-F238E27FC236}">
                  <a16:creationId xmlns:a16="http://schemas.microsoft.com/office/drawing/2014/main" id="{41131384-9FF4-A79F-ED85-D041A809BF35}"/>
                </a:ext>
              </a:extLst>
            </p:cNvPr>
            <p:cNvPicPr/>
            <p:nvPr/>
          </p:nvPicPr>
          <p:blipFill>
            <a:blip r:embed="rId8" cstate="print"/>
            <a:stretch>
              <a:fillRect/>
            </a:stretch>
          </p:blipFill>
          <p:spPr>
            <a:xfrm>
              <a:off x="3137399" y="2231666"/>
              <a:ext cx="122581" cy="139377"/>
            </a:xfrm>
            <a:prstGeom prst="rect">
              <a:avLst/>
            </a:prstGeom>
          </p:spPr>
        </p:pic>
        <p:pic>
          <p:nvPicPr>
            <p:cNvPr id="23" name="object 17">
              <a:extLst>
                <a:ext uri="{FF2B5EF4-FFF2-40B4-BE49-F238E27FC236}">
                  <a16:creationId xmlns:a16="http://schemas.microsoft.com/office/drawing/2014/main" id="{94D2262E-FA4E-6765-BC77-4B8BDB65CEFA}"/>
                </a:ext>
              </a:extLst>
            </p:cNvPr>
            <p:cNvPicPr/>
            <p:nvPr/>
          </p:nvPicPr>
          <p:blipFill>
            <a:blip r:embed="rId9" cstate="print"/>
            <a:stretch>
              <a:fillRect/>
            </a:stretch>
          </p:blipFill>
          <p:spPr>
            <a:xfrm>
              <a:off x="3302992" y="2234285"/>
              <a:ext cx="72594" cy="134132"/>
            </a:xfrm>
            <a:prstGeom prst="rect">
              <a:avLst/>
            </a:prstGeom>
          </p:spPr>
        </p:pic>
        <p:sp>
          <p:nvSpPr>
            <p:cNvPr id="24" name="object 18">
              <a:extLst>
                <a:ext uri="{FF2B5EF4-FFF2-40B4-BE49-F238E27FC236}">
                  <a16:creationId xmlns:a16="http://schemas.microsoft.com/office/drawing/2014/main" id="{AC0E5077-BFDF-0158-417B-9DA41208216D}"/>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5" name="object 19">
              <a:extLst>
                <a:ext uri="{FF2B5EF4-FFF2-40B4-BE49-F238E27FC236}">
                  <a16:creationId xmlns:a16="http://schemas.microsoft.com/office/drawing/2014/main" id="{A47F5401-93F8-A1E1-4E5B-64F78CF71CC0}"/>
                </a:ext>
              </a:extLst>
            </p:cNvPr>
            <p:cNvPicPr/>
            <p:nvPr/>
          </p:nvPicPr>
          <p:blipFill>
            <a:blip r:embed="rId10" cstate="print"/>
            <a:stretch>
              <a:fillRect/>
            </a:stretch>
          </p:blipFill>
          <p:spPr>
            <a:xfrm>
              <a:off x="2821167" y="926515"/>
              <a:ext cx="915186" cy="1092200"/>
            </a:xfrm>
            <a:prstGeom prst="rect">
              <a:avLst/>
            </a:prstGeom>
          </p:spPr>
        </p:pic>
      </p:grpSp>
    </p:spTree>
    <p:extLst>
      <p:ext uri="{BB962C8B-B14F-4D97-AF65-F5344CB8AC3E}">
        <p14:creationId xmlns:p14="http://schemas.microsoft.com/office/powerpoint/2010/main" val="344855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B5FC2-B669-E394-C64D-6BE17695BEBA}"/>
              </a:ext>
            </a:extLst>
          </p:cNvPr>
          <p:cNvSpPr>
            <a:spLocks noGrp="1"/>
          </p:cNvSpPr>
          <p:nvPr>
            <p:ph type="title"/>
          </p:nvPr>
        </p:nvSpPr>
        <p:spPr>
          <a:xfrm>
            <a:off x="308393" y="365125"/>
            <a:ext cx="11045407" cy="1325563"/>
          </a:xfrm>
        </p:spPr>
        <p:txBody>
          <a:bodyPr/>
          <a:lstStyle>
            <a:lvl1pPr>
              <a:defRPr>
                <a:solidFill>
                  <a:srgbClr val="003882"/>
                </a:solidFill>
              </a:defRPr>
            </a:lvl1pPr>
          </a:lstStyle>
          <a:p>
            <a:r>
              <a:rPr lang="en-GB" dirty="0"/>
              <a:t>Click to edit Master title style</a:t>
            </a:r>
          </a:p>
        </p:txBody>
      </p:sp>
      <p:sp>
        <p:nvSpPr>
          <p:cNvPr id="3" name="Date Placeholder 2">
            <a:extLst>
              <a:ext uri="{FF2B5EF4-FFF2-40B4-BE49-F238E27FC236}">
                <a16:creationId xmlns:a16="http://schemas.microsoft.com/office/drawing/2014/main" id="{F3F3CB88-9BC6-644F-E1A5-A3AD9295137F}"/>
              </a:ext>
            </a:extLst>
          </p:cNvPr>
          <p:cNvSpPr>
            <a:spLocks noGrp="1"/>
          </p:cNvSpPr>
          <p:nvPr>
            <p:ph type="dt" sz="half" idx="10"/>
          </p:nvPr>
        </p:nvSpPr>
        <p:spPr/>
        <p:txBody>
          <a:bodyPr/>
          <a:lstStyle/>
          <a:p>
            <a:r>
              <a:rPr lang="en-GB"/>
              <a:t>17/02/26</a:t>
            </a:r>
          </a:p>
        </p:txBody>
      </p:sp>
      <p:sp>
        <p:nvSpPr>
          <p:cNvPr id="4" name="Footer Placeholder 3">
            <a:extLst>
              <a:ext uri="{FF2B5EF4-FFF2-40B4-BE49-F238E27FC236}">
                <a16:creationId xmlns:a16="http://schemas.microsoft.com/office/drawing/2014/main" id="{1DEA493A-D754-1750-2222-548C798FC53A}"/>
              </a:ext>
            </a:extLst>
          </p:cNvPr>
          <p:cNvSpPr>
            <a:spLocks noGrp="1"/>
          </p:cNvSpPr>
          <p:nvPr>
            <p:ph type="ftr" sz="quarter" idx="11"/>
          </p:nvPr>
        </p:nvSpPr>
        <p:spPr/>
        <p:txBody>
          <a:bodyPr/>
          <a:lstStyle/>
          <a:p>
            <a:r>
              <a:rPr lang="en-GB"/>
              <a:t>MSc in Genomic Medicine - ML for Biomarker Discovery</a:t>
            </a:r>
          </a:p>
        </p:txBody>
      </p:sp>
      <p:sp>
        <p:nvSpPr>
          <p:cNvPr id="5" name="Slide Number Placeholder 4">
            <a:extLst>
              <a:ext uri="{FF2B5EF4-FFF2-40B4-BE49-F238E27FC236}">
                <a16:creationId xmlns:a16="http://schemas.microsoft.com/office/drawing/2014/main" id="{891823A4-F2CF-412B-C0FF-DB54C48815C6}"/>
              </a:ext>
            </a:extLst>
          </p:cNvPr>
          <p:cNvSpPr>
            <a:spLocks noGrp="1"/>
          </p:cNvSpPr>
          <p:nvPr>
            <p:ph type="sldNum" sz="quarter" idx="12"/>
          </p:nvPr>
        </p:nvSpPr>
        <p:spPr/>
        <p:txBody>
          <a:bodyPr/>
          <a:lstStyle/>
          <a:p>
            <a:fld id="{E7D906D2-95E0-1F43-A885-1A6CB9387C09}" type="slidenum">
              <a:rPr lang="en-GB" smtClean="0"/>
              <a:t>‹#›</a:t>
            </a:fld>
            <a:endParaRPr lang="en-GB"/>
          </a:p>
        </p:txBody>
      </p:sp>
      <p:grpSp>
        <p:nvGrpSpPr>
          <p:cNvPr id="6" name="object 4">
            <a:extLst>
              <a:ext uri="{FF2B5EF4-FFF2-40B4-BE49-F238E27FC236}">
                <a16:creationId xmlns:a16="http://schemas.microsoft.com/office/drawing/2014/main" id="{054FC426-8FAE-B139-387A-B9498503703D}"/>
              </a:ext>
            </a:extLst>
          </p:cNvPr>
          <p:cNvGrpSpPr/>
          <p:nvPr userDrawn="1"/>
        </p:nvGrpSpPr>
        <p:grpSpPr>
          <a:xfrm>
            <a:off x="11410357" y="136526"/>
            <a:ext cx="633286" cy="632402"/>
            <a:chOff x="1675341" y="756689"/>
            <a:chExt cx="2275205" cy="2272030"/>
          </a:xfrm>
        </p:grpSpPr>
        <p:sp>
          <p:nvSpPr>
            <p:cNvPr id="7" name="object 5">
              <a:extLst>
                <a:ext uri="{FF2B5EF4-FFF2-40B4-BE49-F238E27FC236}">
                  <a16:creationId xmlns:a16="http://schemas.microsoft.com/office/drawing/2014/main" id="{9D4695B5-9DDB-1C3C-A5C0-5B95C62A7627}"/>
                </a:ext>
              </a:extLst>
            </p:cNvPr>
            <p:cNvSpPr/>
            <p:nvPr/>
          </p:nvSpPr>
          <p:spPr>
            <a:xfrm>
              <a:off x="1675341" y="756689"/>
              <a:ext cx="2275205" cy="2272030"/>
            </a:xfrm>
            <a:custGeom>
              <a:avLst/>
              <a:gdLst/>
              <a:ahLst/>
              <a:cxnLst/>
              <a:rect l="l" t="t" r="r" b="b"/>
              <a:pathLst>
                <a:path w="2275204" h="2272030">
                  <a:moveTo>
                    <a:pt x="2274988" y="0"/>
                  </a:moveTo>
                  <a:lnTo>
                    <a:pt x="0" y="0"/>
                  </a:lnTo>
                  <a:lnTo>
                    <a:pt x="0" y="2271417"/>
                  </a:lnTo>
                  <a:lnTo>
                    <a:pt x="2274988" y="2271417"/>
                  </a:lnTo>
                  <a:lnTo>
                    <a:pt x="2274988" y="0"/>
                  </a:lnTo>
                  <a:close/>
                </a:path>
              </a:pathLst>
            </a:custGeom>
            <a:solidFill>
              <a:srgbClr val="FFFFFF"/>
            </a:solidFill>
          </p:spPr>
          <p:txBody>
            <a:bodyPr wrap="square" lIns="0" tIns="0" rIns="0" bIns="0" rtlCol="0"/>
            <a:lstStyle/>
            <a:p>
              <a:endParaRPr sz="900"/>
            </a:p>
          </p:txBody>
        </p:sp>
        <p:sp>
          <p:nvSpPr>
            <p:cNvPr id="8" name="object 6">
              <a:extLst>
                <a:ext uri="{FF2B5EF4-FFF2-40B4-BE49-F238E27FC236}">
                  <a16:creationId xmlns:a16="http://schemas.microsoft.com/office/drawing/2014/main" id="{BC330698-FDF2-0F73-CD20-F231492546BA}"/>
                </a:ext>
              </a:extLst>
            </p:cNvPr>
            <p:cNvSpPr/>
            <p:nvPr/>
          </p:nvSpPr>
          <p:spPr>
            <a:xfrm>
              <a:off x="1695006" y="774583"/>
              <a:ext cx="2235835" cy="2235835"/>
            </a:xfrm>
            <a:custGeom>
              <a:avLst/>
              <a:gdLst/>
              <a:ahLst/>
              <a:cxnLst/>
              <a:rect l="l" t="t" r="r" b="b"/>
              <a:pathLst>
                <a:path w="2235835" h="2235835">
                  <a:moveTo>
                    <a:pt x="2235638" y="0"/>
                  </a:moveTo>
                  <a:lnTo>
                    <a:pt x="0" y="0"/>
                  </a:lnTo>
                  <a:lnTo>
                    <a:pt x="0" y="2235649"/>
                  </a:lnTo>
                  <a:lnTo>
                    <a:pt x="2235638" y="2235649"/>
                  </a:lnTo>
                  <a:lnTo>
                    <a:pt x="2235638" y="0"/>
                  </a:lnTo>
                  <a:close/>
                </a:path>
              </a:pathLst>
            </a:custGeom>
            <a:solidFill>
              <a:srgbClr val="002046"/>
            </a:solidFill>
          </p:spPr>
          <p:txBody>
            <a:bodyPr wrap="square" lIns="0" tIns="0" rIns="0" bIns="0" rtlCol="0"/>
            <a:lstStyle/>
            <a:p>
              <a:endParaRPr sz="900"/>
            </a:p>
          </p:txBody>
        </p:sp>
        <p:pic>
          <p:nvPicPr>
            <p:cNvPr id="9" name="object 7">
              <a:extLst>
                <a:ext uri="{FF2B5EF4-FFF2-40B4-BE49-F238E27FC236}">
                  <a16:creationId xmlns:a16="http://schemas.microsoft.com/office/drawing/2014/main" id="{B4B2EFAC-96A6-4EA0-2FCE-1EFD6B5DA49A}"/>
                </a:ext>
              </a:extLst>
            </p:cNvPr>
            <p:cNvPicPr/>
            <p:nvPr/>
          </p:nvPicPr>
          <p:blipFill>
            <a:blip r:embed="rId2" cstate="print"/>
            <a:stretch>
              <a:fillRect/>
            </a:stretch>
          </p:blipFill>
          <p:spPr>
            <a:xfrm>
              <a:off x="1913232" y="2234279"/>
              <a:ext cx="97546" cy="136760"/>
            </a:xfrm>
            <a:prstGeom prst="rect">
              <a:avLst/>
            </a:prstGeom>
          </p:spPr>
        </p:pic>
        <p:pic>
          <p:nvPicPr>
            <p:cNvPr id="10" name="object 8">
              <a:extLst>
                <a:ext uri="{FF2B5EF4-FFF2-40B4-BE49-F238E27FC236}">
                  <a16:creationId xmlns:a16="http://schemas.microsoft.com/office/drawing/2014/main" id="{FEBA07B5-BCB1-9E0D-AF8C-FE03FDA27487}"/>
                </a:ext>
              </a:extLst>
            </p:cNvPr>
            <p:cNvPicPr/>
            <p:nvPr/>
          </p:nvPicPr>
          <p:blipFill>
            <a:blip r:embed="rId3" cstate="print"/>
            <a:stretch>
              <a:fillRect/>
            </a:stretch>
          </p:blipFill>
          <p:spPr>
            <a:xfrm>
              <a:off x="2060611" y="2234280"/>
              <a:ext cx="97337" cy="134142"/>
            </a:xfrm>
            <a:prstGeom prst="rect">
              <a:avLst/>
            </a:prstGeom>
          </p:spPr>
        </p:pic>
        <p:sp>
          <p:nvSpPr>
            <p:cNvPr id="11" name="object 9">
              <a:extLst>
                <a:ext uri="{FF2B5EF4-FFF2-40B4-BE49-F238E27FC236}">
                  <a16:creationId xmlns:a16="http://schemas.microsoft.com/office/drawing/2014/main" id="{2C9D0638-5468-8F6C-7C01-F39EC127094F}"/>
                </a:ext>
              </a:extLst>
            </p:cNvPr>
            <p:cNvSpPr/>
            <p:nvPr/>
          </p:nvSpPr>
          <p:spPr>
            <a:xfrm>
              <a:off x="221206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2" name="object 10">
              <a:extLst>
                <a:ext uri="{FF2B5EF4-FFF2-40B4-BE49-F238E27FC236}">
                  <a16:creationId xmlns:a16="http://schemas.microsoft.com/office/drawing/2014/main" id="{78893F0D-D807-86D0-2F48-5CC4933F2D95}"/>
                </a:ext>
              </a:extLst>
            </p:cNvPr>
            <p:cNvPicPr/>
            <p:nvPr/>
          </p:nvPicPr>
          <p:blipFill>
            <a:blip r:embed="rId4" cstate="print"/>
            <a:stretch>
              <a:fillRect/>
            </a:stretch>
          </p:blipFill>
          <p:spPr>
            <a:xfrm>
              <a:off x="2264586" y="2234280"/>
              <a:ext cx="113221" cy="134142"/>
            </a:xfrm>
            <a:prstGeom prst="rect">
              <a:avLst/>
            </a:prstGeom>
          </p:spPr>
        </p:pic>
        <p:sp>
          <p:nvSpPr>
            <p:cNvPr id="13" name="object 11">
              <a:extLst>
                <a:ext uri="{FF2B5EF4-FFF2-40B4-BE49-F238E27FC236}">
                  <a16:creationId xmlns:a16="http://schemas.microsoft.com/office/drawing/2014/main" id="{E005436F-CC81-B804-5E6E-C6F282114913}"/>
                </a:ext>
              </a:extLst>
            </p:cNvPr>
            <p:cNvSpPr/>
            <p:nvPr/>
          </p:nvSpPr>
          <p:spPr>
            <a:xfrm>
              <a:off x="2412962" y="2233808"/>
              <a:ext cx="76200" cy="134620"/>
            </a:xfrm>
            <a:custGeom>
              <a:avLst/>
              <a:gdLst/>
              <a:ahLst/>
              <a:cxnLst/>
              <a:rect l="l" t="t" r="r" b="b"/>
              <a:pathLst>
                <a:path w="76200" h="134619">
                  <a:moveTo>
                    <a:pt x="75819" y="119380"/>
                  </a:moveTo>
                  <a:lnTo>
                    <a:pt x="17691" y="119380"/>
                  </a:lnTo>
                  <a:lnTo>
                    <a:pt x="17691" y="72390"/>
                  </a:lnTo>
                  <a:lnTo>
                    <a:pt x="70789" y="72390"/>
                  </a:lnTo>
                  <a:lnTo>
                    <a:pt x="70789" y="57150"/>
                  </a:lnTo>
                  <a:lnTo>
                    <a:pt x="17691" y="57150"/>
                  </a:lnTo>
                  <a:lnTo>
                    <a:pt x="17691" y="15240"/>
                  </a:lnTo>
                  <a:lnTo>
                    <a:pt x="74218" y="15240"/>
                  </a:lnTo>
                  <a:lnTo>
                    <a:pt x="74218" y="0"/>
                  </a:lnTo>
                  <a:lnTo>
                    <a:pt x="0" y="0"/>
                  </a:lnTo>
                  <a:lnTo>
                    <a:pt x="0" y="15240"/>
                  </a:lnTo>
                  <a:lnTo>
                    <a:pt x="0" y="57150"/>
                  </a:lnTo>
                  <a:lnTo>
                    <a:pt x="0" y="72390"/>
                  </a:lnTo>
                  <a:lnTo>
                    <a:pt x="0" y="119380"/>
                  </a:lnTo>
                  <a:lnTo>
                    <a:pt x="0" y="134620"/>
                  </a:lnTo>
                  <a:lnTo>
                    <a:pt x="75819" y="134620"/>
                  </a:lnTo>
                  <a:lnTo>
                    <a:pt x="75819" y="119380"/>
                  </a:lnTo>
                  <a:close/>
                </a:path>
              </a:pathLst>
            </a:custGeom>
            <a:solidFill>
              <a:srgbClr val="FFFFFF"/>
            </a:solidFill>
          </p:spPr>
          <p:txBody>
            <a:bodyPr wrap="square" lIns="0" tIns="0" rIns="0" bIns="0" rtlCol="0"/>
            <a:lstStyle/>
            <a:p>
              <a:endParaRPr sz="900"/>
            </a:p>
          </p:txBody>
        </p:sp>
        <p:pic>
          <p:nvPicPr>
            <p:cNvPr id="14" name="object 12">
              <a:extLst>
                <a:ext uri="{FF2B5EF4-FFF2-40B4-BE49-F238E27FC236}">
                  <a16:creationId xmlns:a16="http://schemas.microsoft.com/office/drawing/2014/main" id="{D884A238-7C80-5CD3-AB10-1D3B693BC080}"/>
                </a:ext>
              </a:extLst>
            </p:cNvPr>
            <p:cNvPicPr/>
            <p:nvPr/>
          </p:nvPicPr>
          <p:blipFill>
            <a:blip r:embed="rId5" cstate="print"/>
            <a:stretch>
              <a:fillRect/>
            </a:stretch>
          </p:blipFill>
          <p:spPr>
            <a:xfrm>
              <a:off x="2530110" y="2234284"/>
              <a:ext cx="92311" cy="134142"/>
            </a:xfrm>
            <a:prstGeom prst="rect">
              <a:avLst/>
            </a:prstGeom>
          </p:spPr>
        </p:pic>
        <p:pic>
          <p:nvPicPr>
            <p:cNvPr id="15" name="object 13">
              <a:extLst>
                <a:ext uri="{FF2B5EF4-FFF2-40B4-BE49-F238E27FC236}">
                  <a16:creationId xmlns:a16="http://schemas.microsoft.com/office/drawing/2014/main" id="{65540926-CF54-6747-14B5-431C00DA1162}"/>
                </a:ext>
              </a:extLst>
            </p:cNvPr>
            <p:cNvPicPr/>
            <p:nvPr/>
          </p:nvPicPr>
          <p:blipFill>
            <a:blip r:embed="rId6" cstate="print"/>
            <a:stretch>
              <a:fillRect/>
            </a:stretch>
          </p:blipFill>
          <p:spPr>
            <a:xfrm>
              <a:off x="2650302" y="2231664"/>
              <a:ext cx="85264" cy="139576"/>
            </a:xfrm>
            <a:prstGeom prst="rect">
              <a:avLst/>
            </a:prstGeom>
          </p:spPr>
        </p:pic>
        <p:sp>
          <p:nvSpPr>
            <p:cNvPr id="16" name="object 14">
              <a:extLst>
                <a:ext uri="{FF2B5EF4-FFF2-40B4-BE49-F238E27FC236}">
                  <a16:creationId xmlns:a16="http://schemas.microsoft.com/office/drawing/2014/main" id="{CE577924-8ED9-D1A2-57FE-30FA2D0083FC}"/>
                </a:ext>
              </a:extLst>
            </p:cNvPr>
            <p:cNvSpPr/>
            <p:nvPr/>
          </p:nvSpPr>
          <p:spPr>
            <a:xfrm>
              <a:off x="2777978" y="2234287"/>
              <a:ext cx="18415" cy="134620"/>
            </a:xfrm>
            <a:custGeom>
              <a:avLst/>
              <a:gdLst/>
              <a:ahLst/>
              <a:cxnLst/>
              <a:rect l="l" t="t" r="r" b="b"/>
              <a:pathLst>
                <a:path w="18414" h="134619">
                  <a:moveTo>
                    <a:pt x="18104" y="0"/>
                  </a:moveTo>
                  <a:lnTo>
                    <a:pt x="0" y="0"/>
                  </a:lnTo>
                  <a:lnTo>
                    <a:pt x="0" y="134142"/>
                  </a:lnTo>
                  <a:lnTo>
                    <a:pt x="18104" y="134142"/>
                  </a:lnTo>
                  <a:lnTo>
                    <a:pt x="18104" y="0"/>
                  </a:lnTo>
                  <a:close/>
                </a:path>
              </a:pathLst>
            </a:custGeom>
            <a:solidFill>
              <a:srgbClr val="FFFFFF"/>
            </a:solidFill>
          </p:spPr>
          <p:txBody>
            <a:bodyPr wrap="square" lIns="0" tIns="0" rIns="0" bIns="0" rtlCol="0"/>
            <a:lstStyle/>
            <a:p>
              <a:endParaRPr sz="900"/>
            </a:p>
          </p:txBody>
        </p:sp>
        <p:pic>
          <p:nvPicPr>
            <p:cNvPr id="17" name="object 15">
              <a:extLst>
                <a:ext uri="{FF2B5EF4-FFF2-40B4-BE49-F238E27FC236}">
                  <a16:creationId xmlns:a16="http://schemas.microsoft.com/office/drawing/2014/main" id="{9A842BEA-300E-83E8-BBF1-074A40792836}"/>
                </a:ext>
              </a:extLst>
            </p:cNvPr>
            <p:cNvPicPr/>
            <p:nvPr/>
          </p:nvPicPr>
          <p:blipFill>
            <a:blip r:embed="rId7" cstate="print"/>
            <a:stretch>
              <a:fillRect/>
            </a:stretch>
          </p:blipFill>
          <p:spPr>
            <a:xfrm>
              <a:off x="2830980" y="2233925"/>
              <a:ext cx="217271" cy="134620"/>
            </a:xfrm>
            <a:prstGeom prst="rect">
              <a:avLst/>
            </a:prstGeom>
          </p:spPr>
        </p:pic>
        <p:pic>
          <p:nvPicPr>
            <p:cNvPr id="18" name="object 16">
              <a:extLst>
                <a:ext uri="{FF2B5EF4-FFF2-40B4-BE49-F238E27FC236}">
                  <a16:creationId xmlns:a16="http://schemas.microsoft.com/office/drawing/2014/main" id="{B0DAEA04-6EBD-0C73-01CE-CDEBB0E10F22}"/>
                </a:ext>
              </a:extLst>
            </p:cNvPr>
            <p:cNvPicPr/>
            <p:nvPr/>
          </p:nvPicPr>
          <p:blipFill>
            <a:blip r:embed="rId8" cstate="print"/>
            <a:stretch>
              <a:fillRect/>
            </a:stretch>
          </p:blipFill>
          <p:spPr>
            <a:xfrm>
              <a:off x="3137399" y="2231666"/>
              <a:ext cx="122581" cy="139377"/>
            </a:xfrm>
            <a:prstGeom prst="rect">
              <a:avLst/>
            </a:prstGeom>
          </p:spPr>
        </p:pic>
        <p:pic>
          <p:nvPicPr>
            <p:cNvPr id="19" name="object 17">
              <a:extLst>
                <a:ext uri="{FF2B5EF4-FFF2-40B4-BE49-F238E27FC236}">
                  <a16:creationId xmlns:a16="http://schemas.microsoft.com/office/drawing/2014/main" id="{785829CC-2BE4-B040-5D49-BC33030E5BB8}"/>
                </a:ext>
              </a:extLst>
            </p:cNvPr>
            <p:cNvPicPr/>
            <p:nvPr/>
          </p:nvPicPr>
          <p:blipFill>
            <a:blip r:embed="rId9" cstate="print"/>
            <a:stretch>
              <a:fillRect/>
            </a:stretch>
          </p:blipFill>
          <p:spPr>
            <a:xfrm>
              <a:off x="3302992" y="2234285"/>
              <a:ext cx="72594" cy="134132"/>
            </a:xfrm>
            <a:prstGeom prst="rect">
              <a:avLst/>
            </a:prstGeom>
          </p:spPr>
        </p:pic>
        <p:sp>
          <p:nvSpPr>
            <p:cNvPr id="20" name="object 18">
              <a:extLst>
                <a:ext uri="{FF2B5EF4-FFF2-40B4-BE49-F238E27FC236}">
                  <a16:creationId xmlns:a16="http://schemas.microsoft.com/office/drawing/2014/main" id="{4360EDAE-4583-DA03-2505-77EAE235BFBE}"/>
                </a:ext>
              </a:extLst>
            </p:cNvPr>
            <p:cNvSpPr/>
            <p:nvPr/>
          </p:nvSpPr>
          <p:spPr>
            <a:xfrm>
              <a:off x="1887258" y="2487135"/>
              <a:ext cx="1851025" cy="293370"/>
            </a:xfrm>
            <a:custGeom>
              <a:avLst/>
              <a:gdLst/>
              <a:ahLst/>
              <a:cxnLst/>
              <a:rect l="l" t="t" r="r" b="b"/>
              <a:pathLst>
                <a:path w="1851025" h="293369">
                  <a:moveTo>
                    <a:pt x="297827" y="144932"/>
                  </a:moveTo>
                  <a:lnTo>
                    <a:pt x="290436" y="98386"/>
                  </a:lnTo>
                  <a:lnTo>
                    <a:pt x="269697" y="58508"/>
                  </a:lnTo>
                  <a:lnTo>
                    <a:pt x="249885" y="39217"/>
                  </a:lnTo>
                  <a:lnTo>
                    <a:pt x="249885" y="146519"/>
                  </a:lnTo>
                  <a:lnTo>
                    <a:pt x="243865" y="195300"/>
                  </a:lnTo>
                  <a:lnTo>
                    <a:pt x="225425" y="237185"/>
                  </a:lnTo>
                  <a:lnTo>
                    <a:pt x="193979" y="266509"/>
                  </a:lnTo>
                  <a:lnTo>
                    <a:pt x="148920" y="277545"/>
                  </a:lnTo>
                  <a:lnTo>
                    <a:pt x="106260" y="268046"/>
                  </a:lnTo>
                  <a:lnTo>
                    <a:pt x="74599" y="241287"/>
                  </a:lnTo>
                  <a:lnTo>
                    <a:pt x="54889" y="199910"/>
                  </a:lnTo>
                  <a:lnTo>
                    <a:pt x="48107" y="146519"/>
                  </a:lnTo>
                  <a:lnTo>
                    <a:pt x="54114" y="97866"/>
                  </a:lnTo>
                  <a:lnTo>
                    <a:pt x="72529" y="56070"/>
                  </a:lnTo>
                  <a:lnTo>
                    <a:pt x="103924" y="26822"/>
                  </a:lnTo>
                  <a:lnTo>
                    <a:pt x="148920" y="15811"/>
                  </a:lnTo>
                  <a:lnTo>
                    <a:pt x="191655" y="25260"/>
                  </a:lnTo>
                  <a:lnTo>
                    <a:pt x="223367" y="51917"/>
                  </a:lnTo>
                  <a:lnTo>
                    <a:pt x="243090" y="93192"/>
                  </a:lnTo>
                  <a:lnTo>
                    <a:pt x="249885" y="146519"/>
                  </a:lnTo>
                  <a:lnTo>
                    <a:pt x="249885" y="39217"/>
                  </a:lnTo>
                  <a:lnTo>
                    <a:pt x="237769" y="27406"/>
                  </a:lnTo>
                  <a:lnTo>
                    <a:pt x="214249" y="15811"/>
                  </a:lnTo>
                  <a:lnTo>
                    <a:pt x="196799" y="7200"/>
                  </a:lnTo>
                  <a:lnTo>
                    <a:pt x="148920" y="0"/>
                  </a:lnTo>
                  <a:lnTo>
                    <a:pt x="101688" y="7162"/>
                  </a:lnTo>
                  <a:lnTo>
                    <a:pt x="60794" y="27419"/>
                  </a:lnTo>
                  <a:lnTo>
                    <a:pt x="28613" y="58889"/>
                  </a:lnTo>
                  <a:lnTo>
                    <a:pt x="7556" y="99745"/>
                  </a:lnTo>
                  <a:lnTo>
                    <a:pt x="0" y="148107"/>
                  </a:lnTo>
                  <a:lnTo>
                    <a:pt x="7404" y="194652"/>
                  </a:lnTo>
                  <a:lnTo>
                    <a:pt x="28155" y="234530"/>
                  </a:lnTo>
                  <a:lnTo>
                    <a:pt x="60096" y="265645"/>
                  </a:lnTo>
                  <a:lnTo>
                    <a:pt x="101079" y="285864"/>
                  </a:lnTo>
                  <a:lnTo>
                    <a:pt x="148920" y="293065"/>
                  </a:lnTo>
                  <a:lnTo>
                    <a:pt x="196176" y="285915"/>
                  </a:lnTo>
                  <a:lnTo>
                    <a:pt x="213093" y="277545"/>
                  </a:lnTo>
                  <a:lnTo>
                    <a:pt x="237109" y="265645"/>
                  </a:lnTo>
                  <a:lnTo>
                    <a:pt x="269240" y="234200"/>
                  </a:lnTo>
                  <a:lnTo>
                    <a:pt x="290283" y="193332"/>
                  </a:lnTo>
                  <a:lnTo>
                    <a:pt x="297827" y="144932"/>
                  </a:lnTo>
                  <a:close/>
                </a:path>
                <a:path w="1851025" h="293369">
                  <a:moveTo>
                    <a:pt x="616991" y="277533"/>
                  </a:moveTo>
                  <a:lnTo>
                    <a:pt x="576516" y="263029"/>
                  </a:lnTo>
                  <a:lnTo>
                    <a:pt x="481545" y="135674"/>
                  </a:lnTo>
                  <a:lnTo>
                    <a:pt x="562622" y="34023"/>
                  </a:lnTo>
                  <a:lnTo>
                    <a:pt x="609879" y="15811"/>
                  </a:lnTo>
                  <a:lnTo>
                    <a:pt x="609879" y="4787"/>
                  </a:lnTo>
                  <a:lnTo>
                    <a:pt x="508279" y="4787"/>
                  </a:lnTo>
                  <a:lnTo>
                    <a:pt x="508279" y="15811"/>
                  </a:lnTo>
                  <a:lnTo>
                    <a:pt x="540575" y="22936"/>
                  </a:lnTo>
                  <a:lnTo>
                    <a:pt x="540575" y="26098"/>
                  </a:lnTo>
                  <a:lnTo>
                    <a:pt x="470458" y="119964"/>
                  </a:lnTo>
                  <a:lnTo>
                    <a:pt x="468858" y="119964"/>
                  </a:lnTo>
                  <a:lnTo>
                    <a:pt x="405917" y="30835"/>
                  </a:lnTo>
                  <a:lnTo>
                    <a:pt x="401142" y="24498"/>
                  </a:lnTo>
                  <a:lnTo>
                    <a:pt x="400354" y="22148"/>
                  </a:lnTo>
                  <a:lnTo>
                    <a:pt x="435813" y="15811"/>
                  </a:lnTo>
                  <a:lnTo>
                    <a:pt x="435813" y="4787"/>
                  </a:lnTo>
                  <a:lnTo>
                    <a:pt x="310502" y="4787"/>
                  </a:lnTo>
                  <a:lnTo>
                    <a:pt x="310502" y="15811"/>
                  </a:lnTo>
                  <a:lnTo>
                    <a:pt x="334086" y="21374"/>
                  </a:lnTo>
                  <a:lnTo>
                    <a:pt x="340283" y="23482"/>
                  </a:lnTo>
                  <a:lnTo>
                    <a:pt x="345909" y="26416"/>
                  </a:lnTo>
                  <a:lnTo>
                    <a:pt x="350964" y="30391"/>
                  </a:lnTo>
                  <a:lnTo>
                    <a:pt x="355422" y="35636"/>
                  </a:lnTo>
                  <a:lnTo>
                    <a:pt x="440575" y="150533"/>
                  </a:lnTo>
                  <a:lnTo>
                    <a:pt x="355422" y="259295"/>
                  </a:lnTo>
                  <a:lnTo>
                    <a:pt x="308076" y="277533"/>
                  </a:lnTo>
                  <a:lnTo>
                    <a:pt x="308076" y="288671"/>
                  </a:lnTo>
                  <a:lnTo>
                    <a:pt x="409778" y="288671"/>
                  </a:lnTo>
                  <a:lnTo>
                    <a:pt x="409778" y="277533"/>
                  </a:lnTo>
                  <a:lnTo>
                    <a:pt x="384517" y="272046"/>
                  </a:lnTo>
                  <a:lnTo>
                    <a:pt x="375856" y="270433"/>
                  </a:lnTo>
                  <a:lnTo>
                    <a:pt x="376618" y="268820"/>
                  </a:lnTo>
                  <a:lnTo>
                    <a:pt x="381381" y="262496"/>
                  </a:lnTo>
                  <a:lnTo>
                    <a:pt x="451497" y="166357"/>
                  </a:lnTo>
                  <a:lnTo>
                    <a:pt x="453047" y="166357"/>
                  </a:lnTo>
                  <a:lnTo>
                    <a:pt x="526326" y="268820"/>
                  </a:lnTo>
                  <a:lnTo>
                    <a:pt x="527126" y="271233"/>
                  </a:lnTo>
                  <a:lnTo>
                    <a:pt x="491667" y="277533"/>
                  </a:lnTo>
                  <a:lnTo>
                    <a:pt x="491667" y="288671"/>
                  </a:lnTo>
                  <a:lnTo>
                    <a:pt x="616991" y="288671"/>
                  </a:lnTo>
                  <a:lnTo>
                    <a:pt x="616991" y="277533"/>
                  </a:lnTo>
                  <a:close/>
                </a:path>
                <a:path w="1851025" h="293369">
                  <a:moveTo>
                    <a:pt x="870724" y="4775"/>
                  </a:moveTo>
                  <a:lnTo>
                    <a:pt x="655612" y="4775"/>
                  </a:lnTo>
                  <a:lnTo>
                    <a:pt x="655612" y="15811"/>
                  </a:lnTo>
                  <a:lnTo>
                    <a:pt x="684720" y="22161"/>
                  </a:lnTo>
                  <a:lnTo>
                    <a:pt x="693420" y="23723"/>
                  </a:lnTo>
                  <a:lnTo>
                    <a:pt x="696595" y="27711"/>
                  </a:lnTo>
                  <a:lnTo>
                    <a:pt x="696595" y="265722"/>
                  </a:lnTo>
                  <a:lnTo>
                    <a:pt x="694232" y="268833"/>
                  </a:lnTo>
                  <a:lnTo>
                    <a:pt x="684720" y="271233"/>
                  </a:lnTo>
                  <a:lnTo>
                    <a:pt x="655612" y="277545"/>
                  </a:lnTo>
                  <a:lnTo>
                    <a:pt x="655612" y="288671"/>
                  </a:lnTo>
                  <a:lnTo>
                    <a:pt x="783297" y="288671"/>
                  </a:lnTo>
                  <a:lnTo>
                    <a:pt x="783297" y="277545"/>
                  </a:lnTo>
                  <a:lnTo>
                    <a:pt x="750925" y="271233"/>
                  </a:lnTo>
                  <a:lnTo>
                    <a:pt x="741540" y="269621"/>
                  </a:lnTo>
                  <a:lnTo>
                    <a:pt x="739165" y="265722"/>
                  </a:lnTo>
                  <a:lnTo>
                    <a:pt x="739165" y="155232"/>
                  </a:lnTo>
                  <a:lnTo>
                    <a:pt x="817181" y="155232"/>
                  </a:lnTo>
                  <a:lnTo>
                    <a:pt x="823506" y="159219"/>
                  </a:lnTo>
                  <a:lnTo>
                    <a:pt x="825779" y="169456"/>
                  </a:lnTo>
                  <a:lnTo>
                    <a:pt x="831316" y="196418"/>
                  </a:lnTo>
                  <a:lnTo>
                    <a:pt x="844715" y="196418"/>
                  </a:lnTo>
                  <a:lnTo>
                    <a:pt x="844715" y="102539"/>
                  </a:lnTo>
                  <a:lnTo>
                    <a:pt x="831316" y="102539"/>
                  </a:lnTo>
                  <a:lnTo>
                    <a:pt x="825779" y="125476"/>
                  </a:lnTo>
                  <a:lnTo>
                    <a:pt x="823506" y="135686"/>
                  </a:lnTo>
                  <a:lnTo>
                    <a:pt x="817181" y="139382"/>
                  </a:lnTo>
                  <a:lnTo>
                    <a:pt x="739165" y="139382"/>
                  </a:lnTo>
                  <a:lnTo>
                    <a:pt x="739165" y="20599"/>
                  </a:lnTo>
                  <a:lnTo>
                    <a:pt x="836815" y="20599"/>
                  </a:lnTo>
                  <a:lnTo>
                    <a:pt x="843140" y="24498"/>
                  </a:lnTo>
                  <a:lnTo>
                    <a:pt x="857377" y="75653"/>
                  </a:lnTo>
                  <a:lnTo>
                    <a:pt x="870724" y="75653"/>
                  </a:lnTo>
                  <a:lnTo>
                    <a:pt x="870724" y="4775"/>
                  </a:lnTo>
                  <a:close/>
                </a:path>
                <a:path w="1851025" h="293369">
                  <a:moveTo>
                    <a:pt x="1207160" y="144932"/>
                  </a:moveTo>
                  <a:lnTo>
                    <a:pt x="1199756" y="98386"/>
                  </a:lnTo>
                  <a:lnTo>
                    <a:pt x="1179017" y="58508"/>
                  </a:lnTo>
                  <a:lnTo>
                    <a:pt x="1159141" y="39166"/>
                  </a:lnTo>
                  <a:lnTo>
                    <a:pt x="1159141" y="146519"/>
                  </a:lnTo>
                  <a:lnTo>
                    <a:pt x="1153121" y="195300"/>
                  </a:lnTo>
                  <a:lnTo>
                    <a:pt x="1134681" y="237185"/>
                  </a:lnTo>
                  <a:lnTo>
                    <a:pt x="1103249" y="266509"/>
                  </a:lnTo>
                  <a:lnTo>
                    <a:pt x="1058227" y="277545"/>
                  </a:lnTo>
                  <a:lnTo>
                    <a:pt x="1015555" y="268046"/>
                  </a:lnTo>
                  <a:lnTo>
                    <a:pt x="983881" y="241287"/>
                  </a:lnTo>
                  <a:lnTo>
                    <a:pt x="964171" y="199910"/>
                  </a:lnTo>
                  <a:lnTo>
                    <a:pt x="957389" y="146519"/>
                  </a:lnTo>
                  <a:lnTo>
                    <a:pt x="963396" y="97866"/>
                  </a:lnTo>
                  <a:lnTo>
                    <a:pt x="981798" y="56070"/>
                  </a:lnTo>
                  <a:lnTo>
                    <a:pt x="1013218" y="26822"/>
                  </a:lnTo>
                  <a:lnTo>
                    <a:pt x="1058227" y="15811"/>
                  </a:lnTo>
                  <a:lnTo>
                    <a:pt x="1100950" y="25260"/>
                  </a:lnTo>
                  <a:lnTo>
                    <a:pt x="1132636" y="51917"/>
                  </a:lnTo>
                  <a:lnTo>
                    <a:pt x="1152359" y="93192"/>
                  </a:lnTo>
                  <a:lnTo>
                    <a:pt x="1159141" y="146519"/>
                  </a:lnTo>
                  <a:lnTo>
                    <a:pt x="1159141" y="39166"/>
                  </a:lnTo>
                  <a:lnTo>
                    <a:pt x="1147064" y="27406"/>
                  </a:lnTo>
                  <a:lnTo>
                    <a:pt x="1123543" y="15811"/>
                  </a:lnTo>
                  <a:lnTo>
                    <a:pt x="1106081" y="7200"/>
                  </a:lnTo>
                  <a:lnTo>
                    <a:pt x="1058227" y="0"/>
                  </a:lnTo>
                  <a:lnTo>
                    <a:pt x="1010996" y="7162"/>
                  </a:lnTo>
                  <a:lnTo>
                    <a:pt x="970089" y="27419"/>
                  </a:lnTo>
                  <a:lnTo>
                    <a:pt x="937920" y="58889"/>
                  </a:lnTo>
                  <a:lnTo>
                    <a:pt x="916876" y="99745"/>
                  </a:lnTo>
                  <a:lnTo>
                    <a:pt x="909320" y="148107"/>
                  </a:lnTo>
                  <a:lnTo>
                    <a:pt x="916724" y="194652"/>
                  </a:lnTo>
                  <a:lnTo>
                    <a:pt x="937475" y="234530"/>
                  </a:lnTo>
                  <a:lnTo>
                    <a:pt x="969429" y="265645"/>
                  </a:lnTo>
                  <a:lnTo>
                    <a:pt x="1010399" y="285864"/>
                  </a:lnTo>
                  <a:lnTo>
                    <a:pt x="1058227" y="293065"/>
                  </a:lnTo>
                  <a:lnTo>
                    <a:pt x="1105496" y="285915"/>
                  </a:lnTo>
                  <a:lnTo>
                    <a:pt x="1122413" y="277545"/>
                  </a:lnTo>
                  <a:lnTo>
                    <a:pt x="1146429" y="265645"/>
                  </a:lnTo>
                  <a:lnTo>
                    <a:pt x="1178560" y="234200"/>
                  </a:lnTo>
                  <a:lnTo>
                    <a:pt x="1199616" y="193332"/>
                  </a:lnTo>
                  <a:lnTo>
                    <a:pt x="1207160" y="144932"/>
                  </a:lnTo>
                  <a:close/>
                </a:path>
                <a:path w="1851025" h="293369">
                  <a:moveTo>
                    <a:pt x="1533385" y="277545"/>
                  </a:moveTo>
                  <a:lnTo>
                    <a:pt x="1493786" y="267690"/>
                  </a:lnTo>
                  <a:lnTo>
                    <a:pt x="1426489" y="182397"/>
                  </a:lnTo>
                  <a:lnTo>
                    <a:pt x="1414792" y="168097"/>
                  </a:lnTo>
                  <a:lnTo>
                    <a:pt x="1409788" y="163131"/>
                  </a:lnTo>
                  <a:lnTo>
                    <a:pt x="1407236" y="160604"/>
                  </a:lnTo>
                  <a:lnTo>
                    <a:pt x="1400987" y="156832"/>
                  </a:lnTo>
                  <a:lnTo>
                    <a:pt x="1400987" y="155232"/>
                  </a:lnTo>
                  <a:lnTo>
                    <a:pt x="1451914" y="127393"/>
                  </a:lnTo>
                  <a:lnTo>
                    <a:pt x="1470317" y="81203"/>
                  </a:lnTo>
                  <a:lnTo>
                    <a:pt x="1467129" y="60591"/>
                  </a:lnTo>
                  <a:lnTo>
                    <a:pt x="1457820" y="41084"/>
                  </a:lnTo>
                  <a:lnTo>
                    <a:pt x="1442745" y="24511"/>
                  </a:lnTo>
                  <a:lnTo>
                    <a:pt x="1435989" y="20599"/>
                  </a:lnTo>
                  <a:lnTo>
                    <a:pt x="1422298" y="12674"/>
                  </a:lnTo>
                  <a:lnTo>
                    <a:pt x="1422298" y="82003"/>
                  </a:lnTo>
                  <a:lnTo>
                    <a:pt x="1419733" y="105879"/>
                  </a:lnTo>
                  <a:lnTo>
                    <a:pt x="1410068" y="126796"/>
                  </a:lnTo>
                  <a:lnTo>
                    <a:pt x="1390345" y="141655"/>
                  </a:lnTo>
                  <a:lnTo>
                    <a:pt x="1357642" y="147307"/>
                  </a:lnTo>
                  <a:lnTo>
                    <a:pt x="1322197" y="147307"/>
                  </a:lnTo>
                  <a:lnTo>
                    <a:pt x="1322197" y="20599"/>
                  </a:lnTo>
                  <a:lnTo>
                    <a:pt x="1343494" y="20599"/>
                  </a:lnTo>
                  <a:lnTo>
                    <a:pt x="1386852" y="26911"/>
                  </a:lnTo>
                  <a:lnTo>
                    <a:pt x="1420291" y="64719"/>
                  </a:lnTo>
                  <a:lnTo>
                    <a:pt x="1422298" y="82003"/>
                  </a:lnTo>
                  <a:lnTo>
                    <a:pt x="1422298" y="12674"/>
                  </a:lnTo>
                  <a:lnTo>
                    <a:pt x="1410398" y="9093"/>
                  </a:lnTo>
                  <a:lnTo>
                    <a:pt x="1396885" y="6642"/>
                  </a:lnTo>
                  <a:lnTo>
                    <a:pt x="1381302" y="5232"/>
                  </a:lnTo>
                  <a:lnTo>
                    <a:pt x="1363179" y="4775"/>
                  </a:lnTo>
                  <a:lnTo>
                    <a:pt x="1238732" y="4775"/>
                  </a:lnTo>
                  <a:lnTo>
                    <a:pt x="1238732" y="15811"/>
                  </a:lnTo>
                  <a:lnTo>
                    <a:pt x="1267853" y="22161"/>
                  </a:lnTo>
                  <a:lnTo>
                    <a:pt x="1276565" y="23723"/>
                  </a:lnTo>
                  <a:lnTo>
                    <a:pt x="1279613" y="27711"/>
                  </a:lnTo>
                  <a:lnTo>
                    <a:pt x="1279613" y="265722"/>
                  </a:lnTo>
                  <a:lnTo>
                    <a:pt x="1277340" y="268833"/>
                  </a:lnTo>
                  <a:lnTo>
                    <a:pt x="1267853" y="271233"/>
                  </a:lnTo>
                  <a:lnTo>
                    <a:pt x="1238732" y="277545"/>
                  </a:lnTo>
                  <a:lnTo>
                    <a:pt x="1238732" y="288671"/>
                  </a:lnTo>
                  <a:lnTo>
                    <a:pt x="1366342" y="288671"/>
                  </a:lnTo>
                  <a:lnTo>
                    <a:pt x="1366342" y="277545"/>
                  </a:lnTo>
                  <a:lnTo>
                    <a:pt x="1334020" y="271233"/>
                  </a:lnTo>
                  <a:lnTo>
                    <a:pt x="1324559" y="269621"/>
                  </a:lnTo>
                  <a:lnTo>
                    <a:pt x="1322197" y="265722"/>
                  </a:lnTo>
                  <a:lnTo>
                    <a:pt x="1322197" y="163131"/>
                  </a:lnTo>
                  <a:lnTo>
                    <a:pt x="1343494" y="163131"/>
                  </a:lnTo>
                  <a:lnTo>
                    <a:pt x="1386852" y="193992"/>
                  </a:lnTo>
                  <a:lnTo>
                    <a:pt x="1445920" y="276720"/>
                  </a:lnTo>
                  <a:lnTo>
                    <a:pt x="1452994" y="286258"/>
                  </a:lnTo>
                  <a:lnTo>
                    <a:pt x="1456956" y="288671"/>
                  </a:lnTo>
                  <a:lnTo>
                    <a:pt x="1533385" y="288671"/>
                  </a:lnTo>
                  <a:lnTo>
                    <a:pt x="1533385" y="277545"/>
                  </a:lnTo>
                  <a:close/>
                </a:path>
                <a:path w="1851025" h="293369">
                  <a:moveTo>
                    <a:pt x="1850898" y="148107"/>
                  </a:moveTo>
                  <a:lnTo>
                    <a:pt x="1846249" y="109499"/>
                  </a:lnTo>
                  <a:lnTo>
                    <a:pt x="1832000" y="73304"/>
                  </a:lnTo>
                  <a:lnTo>
                    <a:pt x="1807692" y="42227"/>
                  </a:lnTo>
                  <a:lnTo>
                    <a:pt x="1802879" y="39027"/>
                  </a:lnTo>
                  <a:lnTo>
                    <a:pt x="1802879" y="148920"/>
                  </a:lnTo>
                  <a:lnTo>
                    <a:pt x="1800453" y="183375"/>
                  </a:lnTo>
                  <a:lnTo>
                    <a:pt x="1779943" y="237337"/>
                  </a:lnTo>
                  <a:lnTo>
                    <a:pt x="1746745" y="264134"/>
                  </a:lnTo>
                  <a:lnTo>
                    <a:pt x="1709458" y="272021"/>
                  </a:lnTo>
                  <a:lnTo>
                    <a:pt x="1686255" y="272846"/>
                  </a:lnTo>
                  <a:lnTo>
                    <a:pt x="1641348" y="272846"/>
                  </a:lnTo>
                  <a:lnTo>
                    <a:pt x="1638998" y="270421"/>
                  </a:lnTo>
                  <a:lnTo>
                    <a:pt x="1638998" y="20599"/>
                  </a:lnTo>
                  <a:lnTo>
                    <a:pt x="1679943" y="20599"/>
                  </a:lnTo>
                  <a:lnTo>
                    <a:pt x="1702650" y="21107"/>
                  </a:lnTo>
                  <a:lnTo>
                    <a:pt x="1750885" y="32410"/>
                  </a:lnTo>
                  <a:lnTo>
                    <a:pt x="1791652" y="81280"/>
                  </a:lnTo>
                  <a:lnTo>
                    <a:pt x="1802879" y="148920"/>
                  </a:lnTo>
                  <a:lnTo>
                    <a:pt x="1802879" y="39027"/>
                  </a:lnTo>
                  <a:lnTo>
                    <a:pt x="1755978" y="12750"/>
                  </a:lnTo>
                  <a:lnTo>
                    <a:pt x="1714754" y="5664"/>
                  </a:lnTo>
                  <a:lnTo>
                    <a:pt x="1689417" y="4775"/>
                  </a:lnTo>
                  <a:lnTo>
                    <a:pt x="1556232" y="4775"/>
                  </a:lnTo>
                  <a:lnTo>
                    <a:pt x="1556232" y="15811"/>
                  </a:lnTo>
                  <a:lnTo>
                    <a:pt x="1585366" y="22161"/>
                  </a:lnTo>
                  <a:lnTo>
                    <a:pt x="1594040" y="23723"/>
                  </a:lnTo>
                  <a:lnTo>
                    <a:pt x="1597202" y="27711"/>
                  </a:lnTo>
                  <a:lnTo>
                    <a:pt x="1597202" y="265722"/>
                  </a:lnTo>
                  <a:lnTo>
                    <a:pt x="1594827" y="268833"/>
                  </a:lnTo>
                  <a:lnTo>
                    <a:pt x="1585366" y="271246"/>
                  </a:lnTo>
                  <a:lnTo>
                    <a:pt x="1556232" y="277533"/>
                  </a:lnTo>
                  <a:lnTo>
                    <a:pt x="1556232" y="288658"/>
                  </a:lnTo>
                  <a:lnTo>
                    <a:pt x="1690992" y="288658"/>
                  </a:lnTo>
                  <a:lnTo>
                    <a:pt x="1719364" y="287604"/>
                  </a:lnTo>
                  <a:lnTo>
                    <a:pt x="1744268" y="284378"/>
                  </a:lnTo>
                  <a:lnTo>
                    <a:pt x="1765769" y="278942"/>
                  </a:lnTo>
                  <a:lnTo>
                    <a:pt x="1780159" y="272846"/>
                  </a:lnTo>
                  <a:lnTo>
                    <a:pt x="1783943" y="271246"/>
                  </a:lnTo>
                  <a:lnTo>
                    <a:pt x="1814703" y="248412"/>
                  </a:lnTo>
                  <a:lnTo>
                    <a:pt x="1835467" y="219138"/>
                  </a:lnTo>
                  <a:lnTo>
                    <a:pt x="1847202" y="185127"/>
                  </a:lnTo>
                  <a:lnTo>
                    <a:pt x="1850898" y="148107"/>
                  </a:lnTo>
                  <a:close/>
                </a:path>
              </a:pathLst>
            </a:custGeom>
            <a:solidFill>
              <a:srgbClr val="FFFFFF"/>
            </a:solidFill>
          </p:spPr>
          <p:txBody>
            <a:bodyPr wrap="square" lIns="0" tIns="0" rIns="0" bIns="0" rtlCol="0"/>
            <a:lstStyle/>
            <a:p>
              <a:endParaRPr sz="900"/>
            </a:p>
          </p:txBody>
        </p:sp>
        <p:pic>
          <p:nvPicPr>
            <p:cNvPr id="21" name="object 19">
              <a:extLst>
                <a:ext uri="{FF2B5EF4-FFF2-40B4-BE49-F238E27FC236}">
                  <a16:creationId xmlns:a16="http://schemas.microsoft.com/office/drawing/2014/main" id="{95B09A50-5BBE-030D-F08E-8E2F195D0A52}"/>
                </a:ext>
              </a:extLst>
            </p:cNvPr>
            <p:cNvPicPr/>
            <p:nvPr/>
          </p:nvPicPr>
          <p:blipFill>
            <a:blip r:embed="rId10" cstate="print"/>
            <a:stretch>
              <a:fillRect/>
            </a:stretch>
          </p:blipFill>
          <p:spPr>
            <a:xfrm>
              <a:off x="2821167" y="926515"/>
              <a:ext cx="915186" cy="1092200"/>
            </a:xfrm>
            <a:prstGeom prst="rect">
              <a:avLst/>
            </a:prstGeom>
          </p:spPr>
        </p:pic>
      </p:grpSp>
    </p:spTree>
    <p:extLst>
      <p:ext uri="{BB962C8B-B14F-4D97-AF65-F5344CB8AC3E}">
        <p14:creationId xmlns:p14="http://schemas.microsoft.com/office/powerpoint/2010/main" val="73152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25BF62-27E4-CDC2-C2F6-55BF9F078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E456BCF-F023-B79F-81CF-8C501A1199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771E1AA-DE0E-952D-245C-3DF3E8F99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03882"/>
                </a:solidFill>
              </a:defRPr>
            </a:lvl1pPr>
          </a:lstStyle>
          <a:p>
            <a:r>
              <a:rPr lang="en-GB"/>
              <a:t>17/02/26</a:t>
            </a:r>
          </a:p>
        </p:txBody>
      </p:sp>
      <p:sp>
        <p:nvSpPr>
          <p:cNvPr id="5" name="Footer Placeholder 4">
            <a:extLst>
              <a:ext uri="{FF2B5EF4-FFF2-40B4-BE49-F238E27FC236}">
                <a16:creationId xmlns:a16="http://schemas.microsoft.com/office/drawing/2014/main" id="{9F7701BD-648E-4675-6A8A-6A5ED1684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3882"/>
                </a:solidFill>
              </a:defRPr>
            </a:lvl1pPr>
          </a:lstStyle>
          <a:p>
            <a:r>
              <a:rPr lang="en-GB"/>
              <a:t>MSc in Genomic Medicine - ML for Biomarker Discovery</a:t>
            </a:r>
          </a:p>
        </p:txBody>
      </p:sp>
      <p:sp>
        <p:nvSpPr>
          <p:cNvPr id="6" name="Slide Number Placeholder 5">
            <a:extLst>
              <a:ext uri="{FF2B5EF4-FFF2-40B4-BE49-F238E27FC236}">
                <a16:creationId xmlns:a16="http://schemas.microsoft.com/office/drawing/2014/main" id="{2934A200-8366-FB0F-BE1A-0D4F72663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03882"/>
                </a:solidFill>
              </a:defRPr>
            </a:lvl1pPr>
          </a:lstStyle>
          <a:p>
            <a:fld id="{E7D906D2-95E0-1F43-A885-1A6CB9387C09}" type="slidenum">
              <a:rPr lang="en-GB" smtClean="0"/>
              <a:pPr/>
              <a:t>‹#›</a:t>
            </a:fld>
            <a:endParaRPr lang="en-GB"/>
          </a:p>
        </p:txBody>
      </p:sp>
    </p:spTree>
    <p:extLst>
      <p:ext uri="{BB962C8B-B14F-4D97-AF65-F5344CB8AC3E}">
        <p14:creationId xmlns:p14="http://schemas.microsoft.com/office/powerpoint/2010/main" val="32271853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62" r:id="rId4"/>
    <p:sldLayoutId id="2147483652" r:id="rId5"/>
    <p:sldLayoutId id="2147483661" r:id="rId6"/>
    <p:sldLayoutId id="2147483653" r:id="rId7"/>
    <p:sldLayoutId id="2147483654" r:id="rId8"/>
  </p:sldLayoutIdLst>
  <p:hf hdr="0"/>
  <p:txStyles>
    <p:titleStyle>
      <a:lvl1pPr algn="l" defTabSz="914400" rtl="0" eaLnBrk="1" latinLnBrk="0" hangingPunct="1">
        <a:lnSpc>
          <a:spcPct val="90000"/>
        </a:lnSpc>
        <a:spcBef>
          <a:spcPct val="0"/>
        </a:spcBef>
        <a:buNone/>
        <a:defRPr sz="4400" kern="1200">
          <a:solidFill>
            <a:srgbClr val="00388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388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88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88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88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88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openclipart.org/detail/167549/green-tick---simple"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openclipart.org/detail/167549/green-tick---simple"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openclipart.org/detail/167549/green-tick---simple"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cikit-learn.org/stable/modules/clustering.html"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hyperlink" Target="https://github.com/MNoichl/UMAP-examples-mammoth"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hyperlink" Target="https://scikit-learn.org/stable/modules/model_evaluation.html" TargetMode="Externa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hyperlink" Target="https://www.emilyzabor.com/survival-analysis-in-r.html#the-cox-regression-model" TargetMode="Externa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hyperlink" Target="https://lifelines.readthedocs.io/en/latest/" TargetMode="External"/><Relationship Id="rId2" Type="http://schemas.openxmlformats.org/officeDocument/2006/relationships/hyperlink" Target="https://www.emilyzabor.com/survival-analysis-in-r.htm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CD0C-464A-E0D0-7565-83FD0171FE0A}"/>
              </a:ext>
            </a:extLst>
          </p:cNvPr>
          <p:cNvSpPr>
            <a:spLocks noGrp="1"/>
          </p:cNvSpPr>
          <p:nvPr>
            <p:ph type="ctrTitle"/>
          </p:nvPr>
        </p:nvSpPr>
        <p:spPr>
          <a:xfrm>
            <a:off x="1524000" y="1122363"/>
            <a:ext cx="9144000" cy="2387600"/>
          </a:xfrm>
        </p:spPr>
        <p:txBody>
          <a:bodyPr>
            <a:normAutofit/>
          </a:bodyPr>
          <a:lstStyle/>
          <a:p>
            <a:r>
              <a:rPr lang="en-GB" sz="4800" dirty="0"/>
              <a:t>Machine Learning for Biomarker Discovery	 </a:t>
            </a:r>
          </a:p>
        </p:txBody>
      </p:sp>
      <p:sp>
        <p:nvSpPr>
          <p:cNvPr id="3" name="Subtitle 2">
            <a:extLst>
              <a:ext uri="{FF2B5EF4-FFF2-40B4-BE49-F238E27FC236}">
                <a16:creationId xmlns:a16="http://schemas.microsoft.com/office/drawing/2014/main" id="{C67A3540-8EA7-7DC0-2357-1E335E76159D}"/>
              </a:ext>
            </a:extLst>
          </p:cNvPr>
          <p:cNvSpPr>
            <a:spLocks noGrp="1"/>
          </p:cNvSpPr>
          <p:nvPr>
            <p:ph type="subTitle" idx="4294967295"/>
          </p:nvPr>
        </p:nvSpPr>
        <p:spPr>
          <a:xfrm>
            <a:off x="1524000" y="3602038"/>
            <a:ext cx="9144000" cy="1655762"/>
          </a:xfrm>
        </p:spPr>
        <p:txBody>
          <a:bodyPr>
            <a:normAutofit/>
          </a:bodyPr>
          <a:lstStyle/>
          <a:p>
            <a:pPr marL="0" indent="0">
              <a:buNone/>
            </a:pPr>
            <a:endParaRPr lang="en-GB" sz="2000" dirty="0"/>
          </a:p>
          <a:p>
            <a:pPr marL="0" indent="0">
              <a:buNone/>
            </a:pPr>
            <a:r>
              <a:rPr lang="en-GB" sz="2000" dirty="0">
                <a:solidFill>
                  <a:schemeClr val="bg1"/>
                </a:solidFill>
              </a:rPr>
              <a:t>Dr Griffin Farrow (</a:t>
            </a:r>
            <a:r>
              <a:rPr lang="en-GB" sz="2000" dirty="0" err="1">
                <a:solidFill>
                  <a:schemeClr val="bg1"/>
                </a:solidFill>
              </a:rPr>
              <a:t>griffin.farrow@nds.ox.ac.uk</a:t>
            </a:r>
            <a:r>
              <a:rPr lang="en-GB" sz="2000" dirty="0">
                <a:solidFill>
                  <a:schemeClr val="bg1"/>
                </a:solidFill>
              </a:rPr>
              <a:t>)</a:t>
            </a:r>
          </a:p>
          <a:p>
            <a:pPr marL="0" indent="0">
              <a:buNone/>
            </a:pPr>
            <a:r>
              <a:rPr lang="en-GB" sz="2000" dirty="0">
                <a:solidFill>
                  <a:schemeClr val="bg1"/>
                </a:solidFill>
              </a:rPr>
              <a:t>Prof Dan Woodcock</a:t>
            </a:r>
          </a:p>
        </p:txBody>
      </p:sp>
      <p:sp>
        <p:nvSpPr>
          <p:cNvPr id="7" name="Title 1">
            <a:extLst>
              <a:ext uri="{FF2B5EF4-FFF2-40B4-BE49-F238E27FC236}">
                <a16:creationId xmlns:a16="http://schemas.microsoft.com/office/drawing/2014/main" id="{08C8E9CC-D685-A93F-853D-05BC89231998}"/>
              </a:ext>
            </a:extLst>
          </p:cNvPr>
          <p:cNvSpPr txBox="1">
            <a:spLocks/>
          </p:cNvSpPr>
          <p:nvPr/>
        </p:nvSpPr>
        <p:spPr>
          <a:xfrm>
            <a:off x="1524000" y="5349875"/>
            <a:ext cx="9144000" cy="932596"/>
          </a:xfrm>
          <a:prstGeom prst="rect">
            <a:avLst/>
          </a:prstGeom>
        </p:spPr>
        <p:txBody>
          <a:bodyPr vert="horz" lIns="91440" tIns="45720" rIns="91440" bIns="45720" rtlCol="0" anchor="b">
            <a:normAutofit/>
          </a:bodyPr>
          <a:lstStyle>
            <a:lvl1pPr algn="l" defTabSz="914400" rtl="0" eaLnBrk="1" latinLnBrk="0" hangingPunct="1">
              <a:lnSpc>
                <a:spcPts val="3900"/>
              </a:lnSpc>
              <a:spcBef>
                <a:spcPct val="0"/>
              </a:spcBef>
              <a:buNone/>
              <a:defRPr sz="3400" kern="1200">
                <a:solidFill>
                  <a:schemeClr val="bg1"/>
                </a:solidFill>
                <a:latin typeface="+mj-lt"/>
                <a:ea typeface="+mj-ea"/>
                <a:cs typeface="+mj-cs"/>
              </a:defRPr>
            </a:lvl1pPr>
          </a:lstStyle>
          <a:p>
            <a:r>
              <a:rPr lang="en-GB" sz="2400" dirty="0"/>
              <a:t>MSc in Genomic Medicine – 17</a:t>
            </a:r>
            <a:r>
              <a:rPr lang="en-GB" sz="2400" baseline="30000" dirty="0"/>
              <a:t>th</a:t>
            </a:r>
            <a:r>
              <a:rPr lang="en-GB" sz="2400" dirty="0"/>
              <a:t> February 2026</a:t>
            </a:r>
          </a:p>
        </p:txBody>
      </p:sp>
    </p:spTree>
    <p:extLst>
      <p:ext uri="{BB962C8B-B14F-4D97-AF65-F5344CB8AC3E}">
        <p14:creationId xmlns:p14="http://schemas.microsoft.com/office/powerpoint/2010/main" val="2184390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A7DA1-2612-0C00-0841-840838F3487E}"/>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2B55A225-53F1-DFAC-16AD-B34D9B57A5F0}"/>
              </a:ext>
            </a:extLst>
          </p:cNvPr>
          <p:cNvSpPr>
            <a:spLocks noGrp="1"/>
          </p:cNvSpPr>
          <p:nvPr>
            <p:ph idx="1"/>
          </p:nvPr>
        </p:nvSpPr>
        <p:spPr/>
        <p:txBody>
          <a:bodyPr/>
          <a:lstStyle/>
          <a:p>
            <a:pPr marL="0" indent="0">
              <a:buNone/>
            </a:pPr>
            <a:r>
              <a:rPr lang="en-GB" dirty="0"/>
              <a:t>By the end of this lecture, you should understand: </a:t>
            </a:r>
          </a:p>
          <a:p>
            <a:pPr marL="0" indent="0">
              <a:buNone/>
            </a:pPr>
            <a:endParaRPr lang="en-GB" dirty="0"/>
          </a:p>
          <a:p>
            <a:pPr marL="514350" indent="-514350">
              <a:buFont typeface="+mj-lt"/>
              <a:buAutoNum type="arabicPeriod"/>
            </a:pPr>
            <a:r>
              <a:rPr lang="en-GB" dirty="0"/>
              <a:t>What a biomarker is, and why we need to find them</a:t>
            </a:r>
          </a:p>
          <a:p>
            <a:pPr marL="514350" indent="-514350">
              <a:buFont typeface="+mj-lt"/>
              <a:buAutoNum type="arabicPeriod"/>
            </a:pPr>
            <a:r>
              <a:rPr lang="en-GB" dirty="0"/>
              <a:t>How supervised and unsupervised machine learning can be used to find and test biomarkers</a:t>
            </a:r>
          </a:p>
          <a:p>
            <a:pPr marL="514350" indent="-514350">
              <a:buFont typeface="+mj-lt"/>
              <a:buAutoNum type="arabicPeriod"/>
            </a:pPr>
            <a:r>
              <a:rPr lang="en-GB" dirty="0"/>
              <a:t>The pipeline of biomarker discovery, testing and application</a:t>
            </a:r>
          </a:p>
          <a:p>
            <a:pPr marL="514350" indent="-514350">
              <a:buFont typeface="+mj-lt"/>
              <a:buAutoNum type="arabicPeriod"/>
            </a:pPr>
            <a:r>
              <a:rPr lang="en-GB" dirty="0"/>
              <a:t>How to use Python to discover and test biomarker panels</a:t>
            </a:r>
          </a:p>
          <a:p>
            <a:pPr marL="514350" indent="-514350">
              <a:buFont typeface="+mj-lt"/>
              <a:buAutoNum type="arabicPeriod"/>
            </a:pPr>
            <a:endParaRPr lang="en-GB" dirty="0"/>
          </a:p>
          <a:p>
            <a:pPr marL="514350" indent="-514350">
              <a:buFont typeface="+mj-lt"/>
              <a:buAutoNum type="arabicPeriod"/>
            </a:pPr>
            <a:endParaRPr lang="en-GB" dirty="0"/>
          </a:p>
          <a:p>
            <a:endParaRPr lang="en-GB" dirty="0"/>
          </a:p>
        </p:txBody>
      </p:sp>
      <p:sp>
        <p:nvSpPr>
          <p:cNvPr id="4" name="Date Placeholder 3">
            <a:extLst>
              <a:ext uri="{FF2B5EF4-FFF2-40B4-BE49-F238E27FC236}">
                <a16:creationId xmlns:a16="http://schemas.microsoft.com/office/drawing/2014/main" id="{0FD61909-624C-2B9B-AA1A-B25206B28D77}"/>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88CF1D60-BA78-EE39-14B6-582F4D8ED256}"/>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8D008ED-5F60-2A74-0885-7A5516799877}"/>
              </a:ext>
            </a:extLst>
          </p:cNvPr>
          <p:cNvSpPr>
            <a:spLocks noGrp="1"/>
          </p:cNvSpPr>
          <p:nvPr>
            <p:ph type="sldNum" sz="quarter" idx="12"/>
          </p:nvPr>
        </p:nvSpPr>
        <p:spPr/>
        <p:txBody>
          <a:bodyPr/>
          <a:lstStyle/>
          <a:p>
            <a:fld id="{E7D906D2-95E0-1F43-A885-1A6CB9387C09}" type="slidenum">
              <a:rPr lang="en-GB" smtClean="0"/>
              <a:pPr/>
              <a:t>2</a:t>
            </a:fld>
            <a:endParaRPr lang="en-GB" dirty="0"/>
          </a:p>
        </p:txBody>
      </p:sp>
    </p:spTree>
    <p:extLst>
      <p:ext uri="{BB962C8B-B14F-4D97-AF65-F5344CB8AC3E}">
        <p14:creationId xmlns:p14="http://schemas.microsoft.com/office/powerpoint/2010/main" val="3889857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0065-3540-C4A3-CB9E-CB638A21D782}"/>
              </a:ext>
            </a:extLst>
          </p:cNvPr>
          <p:cNvSpPr>
            <a:spLocks noGrp="1"/>
          </p:cNvSpPr>
          <p:nvPr>
            <p:ph type="title"/>
          </p:nvPr>
        </p:nvSpPr>
        <p:spPr/>
        <p:txBody>
          <a:bodyPr/>
          <a:lstStyle/>
          <a:p>
            <a:r>
              <a:rPr lang="en-GB" dirty="0"/>
              <a:t>Disclaimer</a:t>
            </a:r>
          </a:p>
        </p:txBody>
      </p:sp>
      <p:sp>
        <p:nvSpPr>
          <p:cNvPr id="3" name="Content Placeholder 2">
            <a:extLst>
              <a:ext uri="{FF2B5EF4-FFF2-40B4-BE49-F238E27FC236}">
                <a16:creationId xmlns:a16="http://schemas.microsoft.com/office/drawing/2014/main" id="{3E8093FF-077D-902A-5FDB-EFAD04CC6475}"/>
              </a:ext>
            </a:extLst>
          </p:cNvPr>
          <p:cNvSpPr>
            <a:spLocks noGrp="1"/>
          </p:cNvSpPr>
          <p:nvPr>
            <p:ph idx="1"/>
          </p:nvPr>
        </p:nvSpPr>
        <p:spPr/>
        <p:txBody>
          <a:bodyPr/>
          <a:lstStyle/>
          <a:p>
            <a:r>
              <a:rPr lang="en-GB" dirty="0"/>
              <a:t>It is not possible for us to teach everything that is needed to use ML for biomarker discovery in just 2 hours!</a:t>
            </a:r>
          </a:p>
          <a:p>
            <a:r>
              <a:rPr lang="en-GB" dirty="0"/>
              <a:t>The intention of this course is to give you an idea of what the problem is and how people have tried to approach it</a:t>
            </a:r>
          </a:p>
          <a:p>
            <a:r>
              <a:rPr lang="en-GB" dirty="0"/>
              <a:t>We have some practical coding exercises for you to get to see this in action</a:t>
            </a:r>
          </a:p>
          <a:p>
            <a:pPr marL="0" indent="0">
              <a:buNone/>
            </a:pPr>
            <a:endParaRPr lang="en-GB" dirty="0"/>
          </a:p>
        </p:txBody>
      </p:sp>
      <p:sp>
        <p:nvSpPr>
          <p:cNvPr id="4" name="Date Placeholder 3">
            <a:extLst>
              <a:ext uri="{FF2B5EF4-FFF2-40B4-BE49-F238E27FC236}">
                <a16:creationId xmlns:a16="http://schemas.microsoft.com/office/drawing/2014/main" id="{75B6B97F-4749-93FA-213F-3485C6271E9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B7D2AB09-052F-B20E-8BF6-FC9FBC10DC30}"/>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DE606859-E539-139C-F6AF-EE161B5759BD}"/>
              </a:ext>
            </a:extLst>
          </p:cNvPr>
          <p:cNvSpPr>
            <a:spLocks noGrp="1"/>
          </p:cNvSpPr>
          <p:nvPr>
            <p:ph type="sldNum" sz="quarter" idx="12"/>
          </p:nvPr>
        </p:nvSpPr>
        <p:spPr/>
        <p:txBody>
          <a:bodyPr/>
          <a:lstStyle/>
          <a:p>
            <a:fld id="{E7D906D2-95E0-1F43-A885-1A6CB9387C09}" type="slidenum">
              <a:rPr lang="en-GB" smtClean="0"/>
              <a:pPr/>
              <a:t>3</a:t>
            </a:fld>
            <a:endParaRPr lang="en-GB" dirty="0"/>
          </a:p>
        </p:txBody>
      </p:sp>
    </p:spTree>
    <p:extLst>
      <p:ext uri="{BB962C8B-B14F-4D97-AF65-F5344CB8AC3E}">
        <p14:creationId xmlns:p14="http://schemas.microsoft.com/office/powerpoint/2010/main" val="374907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C884-3D36-7ECF-F506-D88F7245A0F9}"/>
              </a:ext>
            </a:extLst>
          </p:cNvPr>
          <p:cNvSpPr>
            <a:spLocks noGrp="1"/>
          </p:cNvSpPr>
          <p:nvPr>
            <p:ph type="ctrTitle"/>
          </p:nvPr>
        </p:nvSpPr>
        <p:spPr/>
        <p:txBody>
          <a:bodyPr/>
          <a:lstStyle/>
          <a:p>
            <a:r>
              <a:rPr lang="en-GB" dirty="0"/>
              <a:t>1. What is a biomarker?</a:t>
            </a:r>
          </a:p>
        </p:txBody>
      </p:sp>
    </p:spTree>
    <p:extLst>
      <p:ext uri="{BB962C8B-B14F-4D97-AF65-F5344CB8AC3E}">
        <p14:creationId xmlns:p14="http://schemas.microsoft.com/office/powerpoint/2010/main" val="1919126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381FC-3E28-9D74-C497-62EE6995291D}"/>
              </a:ext>
            </a:extLst>
          </p:cNvPr>
          <p:cNvSpPr>
            <a:spLocks noGrp="1"/>
          </p:cNvSpPr>
          <p:nvPr>
            <p:ph type="title"/>
          </p:nvPr>
        </p:nvSpPr>
        <p:spPr/>
        <p:txBody>
          <a:bodyPr/>
          <a:lstStyle/>
          <a:p>
            <a:r>
              <a:rPr lang="en-GB" dirty="0"/>
              <a:t>What is a biomarker? </a:t>
            </a:r>
          </a:p>
        </p:txBody>
      </p:sp>
      <p:sp>
        <p:nvSpPr>
          <p:cNvPr id="3" name="Content Placeholder 2">
            <a:extLst>
              <a:ext uri="{FF2B5EF4-FFF2-40B4-BE49-F238E27FC236}">
                <a16:creationId xmlns:a16="http://schemas.microsoft.com/office/drawing/2014/main" id="{61B5FE46-74CB-54E4-8152-65E8FD65F842}"/>
              </a:ext>
            </a:extLst>
          </p:cNvPr>
          <p:cNvSpPr>
            <a:spLocks noGrp="1"/>
          </p:cNvSpPr>
          <p:nvPr>
            <p:ph idx="1"/>
          </p:nvPr>
        </p:nvSpPr>
        <p:spPr/>
        <p:txBody>
          <a:bodyPr/>
          <a:lstStyle/>
          <a:p>
            <a:r>
              <a:rPr lang="en-GB" dirty="0"/>
              <a:t>A biomarker is a </a:t>
            </a:r>
            <a:r>
              <a:rPr lang="en-GB" b="1" dirty="0"/>
              <a:t>measurable </a:t>
            </a:r>
            <a:r>
              <a:rPr lang="en-GB" dirty="0"/>
              <a:t>quantification of some biological process, state or condition</a:t>
            </a:r>
          </a:p>
          <a:p>
            <a:endParaRPr lang="en-GB" b="1" dirty="0"/>
          </a:p>
          <a:p>
            <a:r>
              <a:rPr lang="en-GB" dirty="0"/>
              <a:t>For example: </a:t>
            </a:r>
          </a:p>
          <a:p>
            <a:pPr lvl="1"/>
            <a:r>
              <a:rPr lang="en-GB" dirty="0"/>
              <a:t>PSA (prostate specific antigen) in prostate cancer</a:t>
            </a:r>
          </a:p>
          <a:p>
            <a:pPr lvl="1"/>
            <a:r>
              <a:rPr lang="en-GB" dirty="0"/>
              <a:t>BMI, weight-to-hip ratio</a:t>
            </a:r>
          </a:p>
          <a:p>
            <a:pPr lvl="1"/>
            <a:r>
              <a:rPr lang="en-GB" dirty="0"/>
              <a:t>Gene expression signatures (e.g. PAM50 for breast cancer subtypes)</a:t>
            </a:r>
          </a:p>
          <a:p>
            <a:pPr lvl="1"/>
            <a:r>
              <a:rPr lang="en-GB" dirty="0"/>
              <a:t>Polygenic risk scores</a:t>
            </a:r>
          </a:p>
          <a:p>
            <a:pPr lvl="1"/>
            <a:r>
              <a:rPr lang="en-GB" dirty="0"/>
              <a:t>etc etc etc </a:t>
            </a:r>
          </a:p>
          <a:p>
            <a:pPr marL="457200" lvl="1" indent="0">
              <a:buNone/>
            </a:pPr>
            <a:endParaRPr lang="en-GB" dirty="0"/>
          </a:p>
          <a:p>
            <a:pPr lvl="1"/>
            <a:endParaRPr lang="en-GB" dirty="0"/>
          </a:p>
          <a:p>
            <a:pPr lvl="1"/>
            <a:endParaRPr lang="en-GB" dirty="0"/>
          </a:p>
          <a:p>
            <a:endParaRPr lang="en-GB" b="1" dirty="0"/>
          </a:p>
          <a:p>
            <a:endParaRPr lang="en-GB" b="1" dirty="0"/>
          </a:p>
        </p:txBody>
      </p:sp>
      <p:sp>
        <p:nvSpPr>
          <p:cNvPr id="4" name="Date Placeholder 3">
            <a:extLst>
              <a:ext uri="{FF2B5EF4-FFF2-40B4-BE49-F238E27FC236}">
                <a16:creationId xmlns:a16="http://schemas.microsoft.com/office/drawing/2014/main" id="{C85F2DDE-EE27-69AE-3653-31DEA12F2AEC}"/>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2DC899CF-032B-AF88-AFFA-B9383658FE15}"/>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FA396B8-BBC4-BE1B-129F-973A904AD908}"/>
              </a:ext>
            </a:extLst>
          </p:cNvPr>
          <p:cNvSpPr>
            <a:spLocks noGrp="1"/>
          </p:cNvSpPr>
          <p:nvPr>
            <p:ph type="sldNum" sz="quarter" idx="12"/>
          </p:nvPr>
        </p:nvSpPr>
        <p:spPr/>
        <p:txBody>
          <a:bodyPr/>
          <a:lstStyle/>
          <a:p>
            <a:fld id="{E7D906D2-95E0-1F43-A885-1A6CB9387C09}" type="slidenum">
              <a:rPr lang="en-GB" smtClean="0"/>
              <a:pPr/>
              <a:t>5</a:t>
            </a:fld>
            <a:endParaRPr lang="en-GB" dirty="0"/>
          </a:p>
        </p:txBody>
      </p:sp>
    </p:spTree>
    <p:extLst>
      <p:ext uri="{BB962C8B-B14F-4D97-AF65-F5344CB8AC3E}">
        <p14:creationId xmlns:p14="http://schemas.microsoft.com/office/powerpoint/2010/main" val="3864496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3E16-3F27-347C-01E2-E87BFEB9C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9620D-63DA-B933-0A75-EFADEC83BC7D}"/>
              </a:ext>
            </a:extLst>
          </p:cNvPr>
          <p:cNvSpPr>
            <a:spLocks noGrp="1"/>
          </p:cNvSpPr>
          <p:nvPr>
            <p:ph type="title"/>
          </p:nvPr>
        </p:nvSpPr>
        <p:spPr/>
        <p:txBody>
          <a:bodyPr/>
          <a:lstStyle/>
          <a:p>
            <a:r>
              <a:rPr lang="en-GB" dirty="0"/>
              <a:t>What makes a biomarker useful?</a:t>
            </a:r>
          </a:p>
        </p:txBody>
      </p:sp>
      <p:sp>
        <p:nvSpPr>
          <p:cNvPr id="3" name="Content Placeholder 2">
            <a:extLst>
              <a:ext uri="{FF2B5EF4-FFF2-40B4-BE49-F238E27FC236}">
                <a16:creationId xmlns:a16="http://schemas.microsoft.com/office/drawing/2014/main" id="{0B7A3BFD-D34A-0F79-9C10-184EB9BDB8CB}"/>
              </a:ext>
            </a:extLst>
          </p:cNvPr>
          <p:cNvSpPr>
            <a:spLocks noGrp="1"/>
          </p:cNvSpPr>
          <p:nvPr>
            <p:ph idx="1"/>
          </p:nvPr>
        </p:nvSpPr>
        <p:spPr/>
        <p:txBody>
          <a:bodyPr/>
          <a:lstStyle/>
          <a:p>
            <a:r>
              <a:rPr lang="en-GB" dirty="0"/>
              <a:t>Biomarkers are useful if they are:</a:t>
            </a:r>
          </a:p>
          <a:p>
            <a:pPr lvl="1"/>
            <a:r>
              <a:rPr lang="en-GB" b="1" dirty="0"/>
              <a:t>objectively measurable</a:t>
            </a:r>
          </a:p>
          <a:p>
            <a:pPr marL="457200" lvl="1" indent="0">
              <a:buNone/>
            </a:pPr>
            <a:endParaRPr lang="en-GB" b="1" dirty="0"/>
          </a:p>
          <a:p>
            <a:pPr marL="457200" lvl="1" indent="0">
              <a:buNone/>
            </a:pPr>
            <a:r>
              <a:rPr lang="en-GB" dirty="0"/>
              <a:t>We can define a clear protocol for measuring the biomarker. Two people carrying out the measurement correctly will not disagree about the result. </a:t>
            </a:r>
          </a:p>
        </p:txBody>
      </p:sp>
      <p:sp>
        <p:nvSpPr>
          <p:cNvPr id="4" name="Date Placeholder 3">
            <a:extLst>
              <a:ext uri="{FF2B5EF4-FFF2-40B4-BE49-F238E27FC236}">
                <a16:creationId xmlns:a16="http://schemas.microsoft.com/office/drawing/2014/main" id="{161B77B7-A21E-82F2-1F03-B1199C6B182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B09A7C88-0C50-8361-4F88-534FFFB0313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467AAD69-20EF-70AC-A5E3-73CCFE3C1C3B}"/>
              </a:ext>
            </a:extLst>
          </p:cNvPr>
          <p:cNvSpPr>
            <a:spLocks noGrp="1"/>
          </p:cNvSpPr>
          <p:nvPr>
            <p:ph type="sldNum" sz="quarter" idx="12"/>
          </p:nvPr>
        </p:nvSpPr>
        <p:spPr/>
        <p:txBody>
          <a:bodyPr/>
          <a:lstStyle/>
          <a:p>
            <a:fld id="{E7D906D2-95E0-1F43-A885-1A6CB9387C09}" type="slidenum">
              <a:rPr lang="en-GB" smtClean="0"/>
              <a:pPr/>
              <a:t>6</a:t>
            </a:fld>
            <a:endParaRPr lang="en-GB" dirty="0"/>
          </a:p>
        </p:txBody>
      </p:sp>
    </p:spTree>
    <p:extLst>
      <p:ext uri="{BB962C8B-B14F-4D97-AF65-F5344CB8AC3E}">
        <p14:creationId xmlns:p14="http://schemas.microsoft.com/office/powerpoint/2010/main" val="405750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5B1E-16D7-E865-DC0E-14FD74DCC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97463-0857-CE94-C937-914A3C22D500}"/>
              </a:ext>
            </a:extLst>
          </p:cNvPr>
          <p:cNvSpPr>
            <a:spLocks noGrp="1"/>
          </p:cNvSpPr>
          <p:nvPr>
            <p:ph type="title"/>
          </p:nvPr>
        </p:nvSpPr>
        <p:spPr/>
        <p:txBody>
          <a:bodyPr/>
          <a:lstStyle/>
          <a:p>
            <a:r>
              <a:rPr lang="en-GB" dirty="0"/>
              <a:t>What makes a biomarker useful?</a:t>
            </a:r>
          </a:p>
        </p:txBody>
      </p:sp>
      <p:sp>
        <p:nvSpPr>
          <p:cNvPr id="3" name="Content Placeholder 2">
            <a:extLst>
              <a:ext uri="{FF2B5EF4-FFF2-40B4-BE49-F238E27FC236}">
                <a16:creationId xmlns:a16="http://schemas.microsoft.com/office/drawing/2014/main" id="{C04EAAAE-55E3-F0F7-2FFF-AFD938FA2C2B}"/>
              </a:ext>
            </a:extLst>
          </p:cNvPr>
          <p:cNvSpPr>
            <a:spLocks noGrp="1"/>
          </p:cNvSpPr>
          <p:nvPr>
            <p:ph idx="1"/>
          </p:nvPr>
        </p:nvSpPr>
        <p:spPr/>
        <p:txBody>
          <a:bodyPr/>
          <a:lstStyle/>
          <a:p>
            <a:r>
              <a:rPr lang="en-GB" dirty="0"/>
              <a:t>Biomarkers are useful if they are:</a:t>
            </a:r>
          </a:p>
          <a:p>
            <a:pPr lvl="1"/>
            <a:r>
              <a:rPr lang="en-GB" dirty="0"/>
              <a:t>objectively measurable</a:t>
            </a:r>
          </a:p>
          <a:p>
            <a:pPr lvl="1"/>
            <a:r>
              <a:rPr lang="en-GB" b="1" dirty="0"/>
              <a:t>associated with meaningful biological or clinical endpoints</a:t>
            </a:r>
          </a:p>
          <a:p>
            <a:pPr lvl="1"/>
            <a:endParaRPr lang="en-GB" b="1" dirty="0"/>
          </a:p>
          <a:p>
            <a:pPr marL="457200" lvl="1" indent="0">
              <a:buNone/>
            </a:pPr>
            <a:r>
              <a:rPr lang="en-GB" dirty="0"/>
              <a:t>Is there an association that we understand between the biomarker and some endpoint we are trying to understand?</a:t>
            </a:r>
          </a:p>
          <a:p>
            <a:pPr marL="457200" lvl="1" indent="0">
              <a:buNone/>
            </a:pPr>
            <a:r>
              <a:rPr lang="en-GB" dirty="0"/>
              <a:t>e.g. does it predict distinct disease phenotypes, drug response, patient outcomes, clinical covariates, ...</a:t>
            </a:r>
          </a:p>
          <a:p>
            <a:pPr marL="457200" lvl="1" indent="0">
              <a:buNone/>
            </a:pPr>
            <a:r>
              <a:rPr lang="en-GB" dirty="0"/>
              <a:t>Biomarkers do not have to be predictive: some are diagnostic, some are for monitoring</a:t>
            </a:r>
          </a:p>
        </p:txBody>
      </p:sp>
      <p:sp>
        <p:nvSpPr>
          <p:cNvPr id="4" name="Date Placeholder 3">
            <a:extLst>
              <a:ext uri="{FF2B5EF4-FFF2-40B4-BE49-F238E27FC236}">
                <a16:creationId xmlns:a16="http://schemas.microsoft.com/office/drawing/2014/main" id="{38229786-7006-41C4-E207-FB1B06158D20}"/>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C3C8981-7095-9EBF-A760-3D5641572343}"/>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6D1A48F-8CB4-7A1E-8140-B8CB66A5F61C}"/>
              </a:ext>
            </a:extLst>
          </p:cNvPr>
          <p:cNvSpPr>
            <a:spLocks noGrp="1"/>
          </p:cNvSpPr>
          <p:nvPr>
            <p:ph type="sldNum" sz="quarter" idx="12"/>
          </p:nvPr>
        </p:nvSpPr>
        <p:spPr/>
        <p:txBody>
          <a:bodyPr/>
          <a:lstStyle/>
          <a:p>
            <a:fld id="{E7D906D2-95E0-1F43-A885-1A6CB9387C09}" type="slidenum">
              <a:rPr lang="en-GB" smtClean="0"/>
              <a:pPr/>
              <a:t>7</a:t>
            </a:fld>
            <a:endParaRPr lang="en-GB" dirty="0"/>
          </a:p>
        </p:txBody>
      </p:sp>
    </p:spTree>
    <p:extLst>
      <p:ext uri="{BB962C8B-B14F-4D97-AF65-F5344CB8AC3E}">
        <p14:creationId xmlns:p14="http://schemas.microsoft.com/office/powerpoint/2010/main" val="1860281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CAFC-8E27-309B-D8C7-C3B907337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A191F-E504-271A-AAAF-72E64CE9DF91}"/>
              </a:ext>
            </a:extLst>
          </p:cNvPr>
          <p:cNvSpPr>
            <a:spLocks noGrp="1"/>
          </p:cNvSpPr>
          <p:nvPr>
            <p:ph type="title"/>
          </p:nvPr>
        </p:nvSpPr>
        <p:spPr/>
        <p:txBody>
          <a:bodyPr/>
          <a:lstStyle/>
          <a:p>
            <a:r>
              <a:rPr lang="en-GB" dirty="0"/>
              <a:t>What makes a biomarker useful?</a:t>
            </a:r>
          </a:p>
        </p:txBody>
      </p:sp>
      <p:sp>
        <p:nvSpPr>
          <p:cNvPr id="3" name="Content Placeholder 2">
            <a:extLst>
              <a:ext uri="{FF2B5EF4-FFF2-40B4-BE49-F238E27FC236}">
                <a16:creationId xmlns:a16="http://schemas.microsoft.com/office/drawing/2014/main" id="{CA1DD499-1883-DDB7-2764-DAEC1875BBB7}"/>
              </a:ext>
            </a:extLst>
          </p:cNvPr>
          <p:cNvSpPr>
            <a:spLocks noGrp="1"/>
          </p:cNvSpPr>
          <p:nvPr>
            <p:ph idx="1"/>
          </p:nvPr>
        </p:nvSpPr>
        <p:spPr/>
        <p:txBody>
          <a:bodyPr/>
          <a:lstStyle/>
          <a:p>
            <a:r>
              <a:rPr lang="en-GB" dirty="0"/>
              <a:t>Biomarkers are useful if they are:</a:t>
            </a:r>
          </a:p>
          <a:p>
            <a:pPr lvl="1"/>
            <a:r>
              <a:rPr lang="en-GB" dirty="0"/>
              <a:t>objectively measurable</a:t>
            </a:r>
          </a:p>
          <a:p>
            <a:pPr lvl="1"/>
            <a:r>
              <a:rPr lang="en-GB" dirty="0"/>
              <a:t>associated with meaningful biological or clinical endpoints</a:t>
            </a:r>
          </a:p>
          <a:p>
            <a:pPr lvl="1"/>
            <a:r>
              <a:rPr lang="en-GB" b="1" dirty="0"/>
              <a:t>validated</a:t>
            </a:r>
          </a:p>
          <a:p>
            <a:pPr marL="457200" lvl="1" indent="0">
              <a:buNone/>
            </a:pPr>
            <a:endParaRPr lang="en-GB" dirty="0"/>
          </a:p>
          <a:p>
            <a:pPr marL="457200" lvl="1" indent="0">
              <a:buNone/>
            </a:pPr>
            <a:r>
              <a:rPr lang="en-GB" dirty="0"/>
              <a:t>More on this later...</a:t>
            </a:r>
          </a:p>
        </p:txBody>
      </p:sp>
      <p:sp>
        <p:nvSpPr>
          <p:cNvPr id="4" name="Date Placeholder 3">
            <a:extLst>
              <a:ext uri="{FF2B5EF4-FFF2-40B4-BE49-F238E27FC236}">
                <a16:creationId xmlns:a16="http://schemas.microsoft.com/office/drawing/2014/main" id="{8DC49BE9-6DE4-A618-920C-F67C62D43BD5}"/>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86A757A6-C71C-C93D-8E1D-168C26B87794}"/>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ED68DA94-5143-86DF-5BB0-E17E6598A133}"/>
              </a:ext>
            </a:extLst>
          </p:cNvPr>
          <p:cNvSpPr>
            <a:spLocks noGrp="1"/>
          </p:cNvSpPr>
          <p:nvPr>
            <p:ph type="sldNum" sz="quarter" idx="12"/>
          </p:nvPr>
        </p:nvSpPr>
        <p:spPr/>
        <p:txBody>
          <a:bodyPr/>
          <a:lstStyle/>
          <a:p>
            <a:fld id="{E7D906D2-95E0-1F43-A885-1A6CB9387C09}" type="slidenum">
              <a:rPr lang="en-GB" smtClean="0"/>
              <a:pPr/>
              <a:t>8</a:t>
            </a:fld>
            <a:endParaRPr lang="en-GB" dirty="0"/>
          </a:p>
        </p:txBody>
      </p:sp>
    </p:spTree>
    <p:extLst>
      <p:ext uri="{BB962C8B-B14F-4D97-AF65-F5344CB8AC3E}">
        <p14:creationId xmlns:p14="http://schemas.microsoft.com/office/powerpoint/2010/main" val="1363950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9ED0D-C4A7-F284-A8E7-26A3CD5C4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297F7-F012-4F7C-1ECC-1937166D6467}"/>
              </a:ext>
            </a:extLst>
          </p:cNvPr>
          <p:cNvSpPr>
            <a:spLocks noGrp="1"/>
          </p:cNvSpPr>
          <p:nvPr>
            <p:ph type="title"/>
          </p:nvPr>
        </p:nvSpPr>
        <p:spPr/>
        <p:txBody>
          <a:bodyPr/>
          <a:lstStyle/>
          <a:p>
            <a:r>
              <a:rPr lang="en-GB" dirty="0"/>
              <a:t>For example: BMI</a:t>
            </a:r>
          </a:p>
        </p:txBody>
      </p:sp>
      <p:sp>
        <p:nvSpPr>
          <p:cNvPr id="4" name="Date Placeholder 3">
            <a:extLst>
              <a:ext uri="{FF2B5EF4-FFF2-40B4-BE49-F238E27FC236}">
                <a16:creationId xmlns:a16="http://schemas.microsoft.com/office/drawing/2014/main" id="{C5DD9276-A006-8899-47A8-D142D3C03E06}"/>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D9D57714-06D1-0557-FD8E-88EA8097E59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0CA2874C-71EA-0569-F6A9-C3D1FE3D1AFE}"/>
              </a:ext>
            </a:extLst>
          </p:cNvPr>
          <p:cNvSpPr>
            <a:spLocks noGrp="1"/>
          </p:cNvSpPr>
          <p:nvPr>
            <p:ph type="sldNum" sz="quarter" idx="12"/>
          </p:nvPr>
        </p:nvSpPr>
        <p:spPr/>
        <p:txBody>
          <a:bodyPr/>
          <a:lstStyle/>
          <a:p>
            <a:fld id="{E7D906D2-95E0-1F43-A885-1A6CB9387C09}" type="slidenum">
              <a:rPr lang="en-GB" smtClean="0"/>
              <a:pPr/>
              <a:t>9</a:t>
            </a:fld>
            <a:endParaRPr lang="en-GB" dirty="0"/>
          </a:p>
        </p:txBody>
      </p:sp>
      <p:pic>
        <p:nvPicPr>
          <p:cNvPr id="8" name="Picture 7" descr="A green check mark on a black background&#10;&#10;AI-generated content may be incorrect.">
            <a:extLst>
              <a:ext uri="{FF2B5EF4-FFF2-40B4-BE49-F238E27FC236}">
                <a16:creationId xmlns:a16="http://schemas.microsoft.com/office/drawing/2014/main" id="{67816A15-3602-1513-C13C-AB8FF98D229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483468" y="1690688"/>
            <a:ext cx="438576" cy="502138"/>
          </a:xfrm>
          <a:prstGeom prst="rect">
            <a:avLst/>
          </a:prstGeom>
        </p:spPr>
      </p:pic>
      <p:sp>
        <p:nvSpPr>
          <p:cNvPr id="10" name="Content Placeholder 9">
            <a:extLst>
              <a:ext uri="{FF2B5EF4-FFF2-40B4-BE49-F238E27FC236}">
                <a16:creationId xmlns:a16="http://schemas.microsoft.com/office/drawing/2014/main" id="{1FFCA074-D473-0F8C-945B-25DEE84AFC0C}"/>
              </a:ext>
            </a:extLst>
          </p:cNvPr>
          <p:cNvSpPr>
            <a:spLocks noGrp="1"/>
          </p:cNvSpPr>
          <p:nvPr>
            <p:ph idx="1"/>
          </p:nvPr>
        </p:nvSpPr>
        <p:spPr>
          <a:xfrm>
            <a:off x="308392" y="1825625"/>
            <a:ext cx="5512115" cy="3001352"/>
          </a:xfrm>
        </p:spPr>
        <p:txBody>
          <a:bodyPr/>
          <a:lstStyle/>
          <a:p>
            <a:pPr marL="514350" indent="-514350">
              <a:buFont typeface="+mj-lt"/>
              <a:buAutoNum type="arabicPeriod"/>
            </a:pPr>
            <a:r>
              <a:rPr lang="en-GB" dirty="0"/>
              <a:t>Is it objectively measurable?</a:t>
            </a:r>
          </a:p>
        </p:txBody>
      </p:sp>
    </p:spTree>
    <p:extLst>
      <p:ext uri="{BB962C8B-B14F-4D97-AF65-F5344CB8AC3E}">
        <p14:creationId xmlns:p14="http://schemas.microsoft.com/office/powerpoint/2010/main" val="708370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923E9-82F9-BAAC-AB83-43478AC6D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4437-CA15-02AA-29A4-3FD3D314D5CC}"/>
              </a:ext>
            </a:extLst>
          </p:cNvPr>
          <p:cNvSpPr>
            <a:spLocks noGrp="1"/>
          </p:cNvSpPr>
          <p:nvPr>
            <p:ph type="title"/>
          </p:nvPr>
        </p:nvSpPr>
        <p:spPr/>
        <p:txBody>
          <a:bodyPr/>
          <a:lstStyle/>
          <a:p>
            <a:r>
              <a:rPr lang="en-GB" dirty="0"/>
              <a:t>For example: BMI</a:t>
            </a:r>
          </a:p>
        </p:txBody>
      </p:sp>
      <p:sp>
        <p:nvSpPr>
          <p:cNvPr id="4" name="Date Placeholder 3">
            <a:extLst>
              <a:ext uri="{FF2B5EF4-FFF2-40B4-BE49-F238E27FC236}">
                <a16:creationId xmlns:a16="http://schemas.microsoft.com/office/drawing/2014/main" id="{DB28A4CB-79F0-5C2D-BBF7-D33E04AD1334}"/>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6EDF6397-255D-FCCE-F38B-5EC397759E9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17108C88-E658-432F-55EC-ADB6B861764E}"/>
              </a:ext>
            </a:extLst>
          </p:cNvPr>
          <p:cNvSpPr>
            <a:spLocks noGrp="1"/>
          </p:cNvSpPr>
          <p:nvPr>
            <p:ph type="sldNum" sz="quarter" idx="12"/>
          </p:nvPr>
        </p:nvSpPr>
        <p:spPr/>
        <p:txBody>
          <a:bodyPr/>
          <a:lstStyle/>
          <a:p>
            <a:fld id="{E7D906D2-95E0-1F43-A885-1A6CB9387C09}" type="slidenum">
              <a:rPr lang="en-GB" smtClean="0"/>
              <a:pPr/>
              <a:t>10</a:t>
            </a:fld>
            <a:endParaRPr lang="en-GB" dirty="0"/>
          </a:p>
        </p:txBody>
      </p:sp>
      <p:pic>
        <p:nvPicPr>
          <p:cNvPr id="8" name="Picture 7" descr="A green check mark on a black background&#10;&#10;AI-generated content may be incorrect.">
            <a:extLst>
              <a:ext uri="{FF2B5EF4-FFF2-40B4-BE49-F238E27FC236}">
                <a16:creationId xmlns:a16="http://schemas.microsoft.com/office/drawing/2014/main" id="{C0D96CD2-213F-ECAC-322C-FF82ABA9021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483468" y="1690688"/>
            <a:ext cx="438576" cy="502138"/>
          </a:xfrm>
          <a:prstGeom prst="rect">
            <a:avLst/>
          </a:prstGeom>
        </p:spPr>
      </p:pic>
      <p:sp>
        <p:nvSpPr>
          <p:cNvPr id="10" name="Content Placeholder 9">
            <a:extLst>
              <a:ext uri="{FF2B5EF4-FFF2-40B4-BE49-F238E27FC236}">
                <a16:creationId xmlns:a16="http://schemas.microsoft.com/office/drawing/2014/main" id="{F5A50CA1-34E3-0C05-5B00-8E02FF409BBE}"/>
              </a:ext>
            </a:extLst>
          </p:cNvPr>
          <p:cNvSpPr>
            <a:spLocks noGrp="1"/>
          </p:cNvSpPr>
          <p:nvPr>
            <p:ph idx="1"/>
          </p:nvPr>
        </p:nvSpPr>
        <p:spPr>
          <a:xfrm>
            <a:off x="308392" y="1825625"/>
            <a:ext cx="8563046" cy="3001352"/>
          </a:xfrm>
        </p:spPr>
        <p:txBody>
          <a:bodyPr>
            <a:normAutofit/>
          </a:bodyPr>
          <a:lstStyle/>
          <a:p>
            <a:pPr marL="514350" indent="-514350">
              <a:buFont typeface="+mj-lt"/>
              <a:buAutoNum type="arabicPeriod"/>
            </a:pPr>
            <a:r>
              <a:rPr lang="en-GB" dirty="0"/>
              <a:t>Is it objectively measurable?</a:t>
            </a:r>
          </a:p>
          <a:p>
            <a:pPr marL="514350" indent="-514350">
              <a:buFont typeface="+mj-lt"/>
              <a:buAutoNum type="arabicPeriod"/>
            </a:pPr>
            <a:endParaRPr lang="en-GB" dirty="0"/>
          </a:p>
          <a:p>
            <a:pPr marL="514350" indent="-514350">
              <a:buFont typeface="+mj-lt"/>
              <a:buAutoNum type="arabicPeriod"/>
            </a:pPr>
            <a:r>
              <a:rPr lang="en-GB" dirty="0"/>
              <a:t>Is it associated with a biological state?</a:t>
            </a:r>
          </a:p>
          <a:p>
            <a:pPr lvl="1"/>
            <a:r>
              <a:rPr lang="en-GB" dirty="0"/>
              <a:t>BMI is associated with adiposity</a:t>
            </a:r>
          </a:p>
          <a:p>
            <a:pPr lvl="1"/>
            <a:r>
              <a:rPr lang="en-GB" dirty="0"/>
              <a:t>Notably, it is controversial as a biomarker	</a:t>
            </a:r>
          </a:p>
        </p:txBody>
      </p:sp>
      <p:pic>
        <p:nvPicPr>
          <p:cNvPr id="3" name="Picture 2" descr="A green check mark on a black background&#10;&#10;AI-generated content may be incorrect.">
            <a:extLst>
              <a:ext uri="{FF2B5EF4-FFF2-40B4-BE49-F238E27FC236}">
                <a16:creationId xmlns:a16="http://schemas.microsoft.com/office/drawing/2014/main" id="{052E9ED6-3E70-F540-277D-A7CE8FDE73D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025052" y="2717923"/>
            <a:ext cx="438576" cy="502138"/>
          </a:xfrm>
          <a:prstGeom prst="rect">
            <a:avLst/>
          </a:prstGeom>
        </p:spPr>
      </p:pic>
    </p:spTree>
    <p:extLst>
      <p:ext uri="{BB962C8B-B14F-4D97-AF65-F5344CB8AC3E}">
        <p14:creationId xmlns:p14="http://schemas.microsoft.com/office/powerpoint/2010/main" val="963651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58366-5903-890B-797B-BCFC416E8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B1B53-C872-881E-E3EF-F7D7FB189825}"/>
              </a:ext>
            </a:extLst>
          </p:cNvPr>
          <p:cNvSpPr>
            <a:spLocks noGrp="1"/>
          </p:cNvSpPr>
          <p:nvPr>
            <p:ph type="title"/>
          </p:nvPr>
        </p:nvSpPr>
        <p:spPr/>
        <p:txBody>
          <a:bodyPr/>
          <a:lstStyle/>
          <a:p>
            <a:r>
              <a:rPr lang="en-GB" dirty="0"/>
              <a:t>For example: BMI</a:t>
            </a:r>
          </a:p>
        </p:txBody>
      </p:sp>
      <p:sp>
        <p:nvSpPr>
          <p:cNvPr id="4" name="Date Placeholder 3">
            <a:extLst>
              <a:ext uri="{FF2B5EF4-FFF2-40B4-BE49-F238E27FC236}">
                <a16:creationId xmlns:a16="http://schemas.microsoft.com/office/drawing/2014/main" id="{10FD98EC-9F31-B8E3-DEAB-7E59FCE9A99F}"/>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DDD5CE01-0DFD-DF14-652E-2F27CA572109}"/>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EAF789B9-1F17-9BC8-7C68-7EB81F961603}"/>
              </a:ext>
            </a:extLst>
          </p:cNvPr>
          <p:cNvSpPr>
            <a:spLocks noGrp="1"/>
          </p:cNvSpPr>
          <p:nvPr>
            <p:ph type="sldNum" sz="quarter" idx="12"/>
          </p:nvPr>
        </p:nvSpPr>
        <p:spPr/>
        <p:txBody>
          <a:bodyPr/>
          <a:lstStyle/>
          <a:p>
            <a:fld id="{E7D906D2-95E0-1F43-A885-1A6CB9387C09}" type="slidenum">
              <a:rPr lang="en-GB" smtClean="0"/>
              <a:pPr/>
              <a:t>11</a:t>
            </a:fld>
            <a:endParaRPr lang="en-GB" dirty="0"/>
          </a:p>
        </p:txBody>
      </p:sp>
      <p:pic>
        <p:nvPicPr>
          <p:cNvPr id="8" name="Picture 7" descr="A green check mark on a black background&#10;&#10;AI-generated content may be incorrect.">
            <a:extLst>
              <a:ext uri="{FF2B5EF4-FFF2-40B4-BE49-F238E27FC236}">
                <a16:creationId xmlns:a16="http://schemas.microsoft.com/office/drawing/2014/main" id="{0E62E2CD-2E9E-2A8E-7A17-BFBF02C25D3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483468" y="1690688"/>
            <a:ext cx="438576" cy="502138"/>
          </a:xfrm>
          <a:prstGeom prst="rect">
            <a:avLst/>
          </a:prstGeom>
        </p:spPr>
      </p:pic>
      <p:sp>
        <p:nvSpPr>
          <p:cNvPr id="10" name="Content Placeholder 9">
            <a:extLst>
              <a:ext uri="{FF2B5EF4-FFF2-40B4-BE49-F238E27FC236}">
                <a16:creationId xmlns:a16="http://schemas.microsoft.com/office/drawing/2014/main" id="{DC72AE21-33EA-B86F-5627-7AACA2E0D194}"/>
              </a:ext>
            </a:extLst>
          </p:cNvPr>
          <p:cNvSpPr>
            <a:spLocks noGrp="1"/>
          </p:cNvSpPr>
          <p:nvPr>
            <p:ph idx="1"/>
          </p:nvPr>
        </p:nvSpPr>
        <p:spPr>
          <a:xfrm>
            <a:off x="308392" y="1825624"/>
            <a:ext cx="8563046" cy="4109183"/>
          </a:xfrm>
        </p:spPr>
        <p:txBody>
          <a:bodyPr>
            <a:normAutofit lnSpcReduction="10000"/>
          </a:bodyPr>
          <a:lstStyle/>
          <a:p>
            <a:pPr marL="514350" indent="-514350">
              <a:buFont typeface="+mj-lt"/>
              <a:buAutoNum type="arabicPeriod"/>
            </a:pPr>
            <a:r>
              <a:rPr lang="en-GB" dirty="0"/>
              <a:t>Is it objectively measurable?</a:t>
            </a:r>
          </a:p>
          <a:p>
            <a:pPr marL="514350" indent="-514350">
              <a:buFont typeface="+mj-lt"/>
              <a:buAutoNum type="arabicPeriod"/>
            </a:pPr>
            <a:endParaRPr lang="en-GB" dirty="0"/>
          </a:p>
          <a:p>
            <a:pPr marL="514350" indent="-514350">
              <a:buFont typeface="+mj-lt"/>
              <a:buAutoNum type="arabicPeriod"/>
            </a:pPr>
            <a:r>
              <a:rPr lang="en-GB" dirty="0"/>
              <a:t>Is it associated with a biological state?</a:t>
            </a:r>
          </a:p>
          <a:p>
            <a:pPr lvl="1"/>
            <a:r>
              <a:rPr lang="en-GB" dirty="0"/>
              <a:t>BMI is associated with adiposity</a:t>
            </a:r>
          </a:p>
          <a:p>
            <a:pPr lvl="1"/>
            <a:r>
              <a:rPr lang="en-GB" dirty="0"/>
              <a:t>Notably, it is controversial as a biomarker</a:t>
            </a:r>
          </a:p>
          <a:p>
            <a:pPr marL="457200" lvl="1" indent="0">
              <a:buNone/>
            </a:pPr>
            <a:endParaRPr lang="en-GB" dirty="0"/>
          </a:p>
          <a:p>
            <a:pPr marL="457200" indent="-457200">
              <a:buFont typeface="+mj-lt"/>
              <a:buAutoNum type="arabicPeriod"/>
            </a:pPr>
            <a:r>
              <a:rPr lang="en-GB" dirty="0"/>
              <a:t>Is it validated?</a:t>
            </a:r>
          </a:p>
          <a:p>
            <a:pPr lvl="1"/>
            <a:r>
              <a:rPr lang="en-GB" dirty="0"/>
              <a:t>Extensively</a:t>
            </a:r>
          </a:p>
          <a:p>
            <a:pPr lvl="1"/>
            <a:r>
              <a:rPr lang="en-GB" dirty="0"/>
              <a:t>Effectively, BMI is used to define overweight/obesity in many situations</a:t>
            </a:r>
          </a:p>
        </p:txBody>
      </p:sp>
      <p:pic>
        <p:nvPicPr>
          <p:cNvPr id="3" name="Picture 2" descr="A green check mark on a black background&#10;&#10;AI-generated content may be incorrect.">
            <a:extLst>
              <a:ext uri="{FF2B5EF4-FFF2-40B4-BE49-F238E27FC236}">
                <a16:creationId xmlns:a16="http://schemas.microsoft.com/office/drawing/2014/main" id="{BAD5905F-5F42-3CB4-FD3F-186339E1C68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025052" y="2717923"/>
            <a:ext cx="438576" cy="502138"/>
          </a:xfrm>
          <a:prstGeom prst="rect">
            <a:avLst/>
          </a:prstGeom>
        </p:spPr>
      </p:pic>
      <p:pic>
        <p:nvPicPr>
          <p:cNvPr id="7" name="Picture 6" descr="A green check mark on a black background&#10;&#10;AI-generated content may be incorrect.">
            <a:extLst>
              <a:ext uri="{FF2B5EF4-FFF2-40B4-BE49-F238E27FC236}">
                <a16:creationId xmlns:a16="http://schemas.microsoft.com/office/drawing/2014/main" id="{E21ACA99-8ADD-F106-5047-ABF141E73CB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300044" y="4171584"/>
            <a:ext cx="438576" cy="502138"/>
          </a:xfrm>
          <a:prstGeom prst="rect">
            <a:avLst/>
          </a:prstGeom>
        </p:spPr>
      </p:pic>
    </p:spTree>
    <p:extLst>
      <p:ext uri="{BB962C8B-B14F-4D97-AF65-F5344CB8AC3E}">
        <p14:creationId xmlns:p14="http://schemas.microsoft.com/office/powerpoint/2010/main" val="2968573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EE347-E275-000C-6F88-8148CF225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40098-1822-2304-4056-CA2ACE06380C}"/>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B964DA40-2F12-0D80-02A9-F1590CEFA82C}"/>
              </a:ext>
            </a:extLst>
          </p:cNvPr>
          <p:cNvSpPr>
            <a:spLocks noGrp="1"/>
          </p:cNvSpPr>
          <p:nvPr>
            <p:ph idx="1"/>
          </p:nvPr>
        </p:nvSpPr>
        <p:spPr/>
        <p:txBody>
          <a:bodyPr/>
          <a:lstStyle/>
          <a:p>
            <a:r>
              <a:rPr lang="en-GB" dirty="0"/>
              <a:t>Generally, biomarkers are discovered in some dataset</a:t>
            </a:r>
          </a:p>
          <a:p>
            <a:pPr lvl="1"/>
            <a:r>
              <a:rPr lang="en-GB" dirty="0"/>
              <a:t>But testing the performance of those biomarkers in the same dataset is biased</a:t>
            </a:r>
          </a:p>
          <a:p>
            <a:pPr lvl="1"/>
            <a:r>
              <a:rPr lang="en-GB" dirty="0"/>
              <a:t>(By performance, we mean how strongly are they associated with the endpoint we care about?)</a:t>
            </a:r>
          </a:p>
          <a:p>
            <a:pPr marL="914400" lvl="2" indent="0">
              <a:buNone/>
            </a:pPr>
            <a:endParaRPr lang="en-GB" dirty="0"/>
          </a:p>
          <a:p>
            <a:pPr marL="0" indent="0">
              <a:buNone/>
            </a:pPr>
            <a:endParaRPr lang="en-GB" dirty="0"/>
          </a:p>
        </p:txBody>
      </p:sp>
      <p:sp>
        <p:nvSpPr>
          <p:cNvPr id="4" name="Date Placeholder 3">
            <a:extLst>
              <a:ext uri="{FF2B5EF4-FFF2-40B4-BE49-F238E27FC236}">
                <a16:creationId xmlns:a16="http://schemas.microsoft.com/office/drawing/2014/main" id="{1830B4FA-BB74-33B2-5365-556CE272866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A46CEDB6-D18C-95D8-2A61-C64FE66E25D7}"/>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968F16B1-E98E-D3BF-DF88-415691FA7A71}"/>
              </a:ext>
            </a:extLst>
          </p:cNvPr>
          <p:cNvSpPr>
            <a:spLocks noGrp="1"/>
          </p:cNvSpPr>
          <p:nvPr>
            <p:ph type="sldNum" sz="quarter" idx="12"/>
          </p:nvPr>
        </p:nvSpPr>
        <p:spPr/>
        <p:txBody>
          <a:bodyPr/>
          <a:lstStyle/>
          <a:p>
            <a:fld id="{E7D906D2-95E0-1F43-A885-1A6CB9387C09}" type="slidenum">
              <a:rPr lang="en-GB" smtClean="0"/>
              <a:pPr/>
              <a:t>12</a:t>
            </a:fld>
            <a:endParaRPr lang="en-GB" dirty="0"/>
          </a:p>
        </p:txBody>
      </p:sp>
    </p:spTree>
    <p:extLst>
      <p:ext uri="{BB962C8B-B14F-4D97-AF65-F5344CB8AC3E}">
        <p14:creationId xmlns:p14="http://schemas.microsoft.com/office/powerpoint/2010/main" val="2366960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2428E-A2D9-D496-DDF6-C90A13EA4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2BEF5-278B-C2F4-7B70-31E794B67455}"/>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3A5E9001-471E-764E-6F36-D6283301BEA7}"/>
              </a:ext>
            </a:extLst>
          </p:cNvPr>
          <p:cNvSpPr>
            <a:spLocks noGrp="1"/>
          </p:cNvSpPr>
          <p:nvPr>
            <p:ph idx="1"/>
          </p:nvPr>
        </p:nvSpPr>
        <p:spPr/>
        <p:txBody>
          <a:bodyPr/>
          <a:lstStyle/>
          <a:p>
            <a:r>
              <a:rPr lang="en-GB" dirty="0"/>
              <a:t>Generally, biomarkers are discovered in some dataset</a:t>
            </a:r>
          </a:p>
          <a:p>
            <a:pPr lvl="1"/>
            <a:r>
              <a:rPr lang="en-GB" dirty="0"/>
              <a:t>But testing the performance of those biomarkers in the same dataset is biased</a:t>
            </a:r>
          </a:p>
          <a:p>
            <a:pPr marL="457200" lvl="1" indent="0">
              <a:buNone/>
            </a:pPr>
            <a:endParaRPr lang="en-GB" dirty="0"/>
          </a:p>
          <a:p>
            <a:pPr lvl="1"/>
            <a:r>
              <a:rPr lang="en-GB" dirty="0"/>
              <a:t>What if there is a systematic effect in the dataset that we are really picking up?</a:t>
            </a:r>
          </a:p>
          <a:p>
            <a:pPr lvl="2"/>
            <a:r>
              <a:rPr lang="en-GB" dirty="0"/>
              <a:t>Batch effects</a:t>
            </a:r>
          </a:p>
          <a:p>
            <a:pPr lvl="2"/>
            <a:r>
              <a:rPr lang="en-GB" dirty="0"/>
              <a:t>Noise</a:t>
            </a:r>
          </a:p>
          <a:p>
            <a:pPr lvl="2"/>
            <a:r>
              <a:rPr lang="en-GB" dirty="0"/>
              <a:t>Cohort effects</a:t>
            </a:r>
          </a:p>
          <a:p>
            <a:pPr lvl="2"/>
            <a:r>
              <a:rPr lang="en-GB" dirty="0"/>
              <a:t>Confirmation bias</a:t>
            </a:r>
          </a:p>
          <a:p>
            <a:pPr lvl="2"/>
            <a:endParaRPr lang="en-GB" dirty="0"/>
          </a:p>
          <a:p>
            <a:pPr marL="914400" lvl="2" indent="0">
              <a:buNone/>
            </a:pPr>
            <a:endParaRPr lang="en-GB" dirty="0"/>
          </a:p>
          <a:p>
            <a:pPr marL="0" indent="0">
              <a:buNone/>
            </a:pPr>
            <a:endParaRPr lang="en-GB" dirty="0"/>
          </a:p>
        </p:txBody>
      </p:sp>
      <p:sp>
        <p:nvSpPr>
          <p:cNvPr id="4" name="Date Placeholder 3">
            <a:extLst>
              <a:ext uri="{FF2B5EF4-FFF2-40B4-BE49-F238E27FC236}">
                <a16:creationId xmlns:a16="http://schemas.microsoft.com/office/drawing/2014/main" id="{F02F4D60-A0B0-1B87-CEC4-BAEA8B20CED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9363A602-59D7-27BF-5D29-9E50618F5E87}"/>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D9FEB7E-DEF5-AEB3-F700-0FC49C63CABE}"/>
              </a:ext>
            </a:extLst>
          </p:cNvPr>
          <p:cNvSpPr>
            <a:spLocks noGrp="1"/>
          </p:cNvSpPr>
          <p:nvPr>
            <p:ph type="sldNum" sz="quarter" idx="12"/>
          </p:nvPr>
        </p:nvSpPr>
        <p:spPr/>
        <p:txBody>
          <a:bodyPr/>
          <a:lstStyle/>
          <a:p>
            <a:fld id="{E7D906D2-95E0-1F43-A885-1A6CB9387C09}" type="slidenum">
              <a:rPr lang="en-GB" smtClean="0"/>
              <a:pPr/>
              <a:t>13</a:t>
            </a:fld>
            <a:endParaRPr lang="en-GB" dirty="0"/>
          </a:p>
        </p:txBody>
      </p:sp>
    </p:spTree>
    <p:extLst>
      <p:ext uri="{BB962C8B-B14F-4D97-AF65-F5344CB8AC3E}">
        <p14:creationId xmlns:p14="http://schemas.microsoft.com/office/powerpoint/2010/main" val="3264992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B0E8-3822-E868-E2EB-AB6A49D82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94CC0-676E-9766-B3F5-08C17C55C94C}"/>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ACF13717-E7C3-0A80-1FFB-4A7E0D17D344}"/>
              </a:ext>
            </a:extLst>
          </p:cNvPr>
          <p:cNvSpPr>
            <a:spLocks noGrp="1"/>
          </p:cNvSpPr>
          <p:nvPr>
            <p:ph idx="1"/>
          </p:nvPr>
        </p:nvSpPr>
        <p:spPr/>
        <p:txBody>
          <a:bodyPr/>
          <a:lstStyle/>
          <a:p>
            <a:r>
              <a:rPr lang="en-GB" dirty="0"/>
              <a:t>How do we validate a biomarker?</a:t>
            </a:r>
          </a:p>
          <a:p>
            <a:pPr marL="0" indent="0">
              <a:buNone/>
            </a:pPr>
            <a:endParaRPr lang="en-GB" dirty="0"/>
          </a:p>
          <a:p>
            <a:pPr marL="457200" lvl="1" indent="0">
              <a:buNone/>
            </a:pPr>
            <a:endParaRPr lang="en-GB" dirty="0"/>
          </a:p>
          <a:p>
            <a:pPr lvl="1"/>
            <a:endParaRPr lang="en-GB" dirty="0"/>
          </a:p>
          <a:p>
            <a:pPr marL="0" indent="0">
              <a:buNone/>
            </a:pPr>
            <a:endParaRPr lang="en-GB" dirty="0"/>
          </a:p>
        </p:txBody>
      </p:sp>
      <p:sp>
        <p:nvSpPr>
          <p:cNvPr id="4" name="Date Placeholder 3">
            <a:extLst>
              <a:ext uri="{FF2B5EF4-FFF2-40B4-BE49-F238E27FC236}">
                <a16:creationId xmlns:a16="http://schemas.microsoft.com/office/drawing/2014/main" id="{25281D6B-3203-89A7-02F6-BCED123C504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68D4FA0D-5841-E883-2166-FC0321B4378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DE44988-0EC1-C011-6908-FB02DDA8D065}"/>
              </a:ext>
            </a:extLst>
          </p:cNvPr>
          <p:cNvSpPr>
            <a:spLocks noGrp="1"/>
          </p:cNvSpPr>
          <p:nvPr>
            <p:ph type="sldNum" sz="quarter" idx="12"/>
          </p:nvPr>
        </p:nvSpPr>
        <p:spPr/>
        <p:txBody>
          <a:bodyPr/>
          <a:lstStyle/>
          <a:p>
            <a:fld id="{E7D906D2-95E0-1F43-A885-1A6CB9387C09}" type="slidenum">
              <a:rPr lang="en-GB" smtClean="0"/>
              <a:pPr/>
              <a:t>14</a:t>
            </a:fld>
            <a:endParaRPr lang="en-GB" dirty="0"/>
          </a:p>
        </p:txBody>
      </p:sp>
    </p:spTree>
    <p:extLst>
      <p:ext uri="{BB962C8B-B14F-4D97-AF65-F5344CB8AC3E}">
        <p14:creationId xmlns:p14="http://schemas.microsoft.com/office/powerpoint/2010/main" val="640956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411B6-83AF-FD3D-6F39-AE3D4535C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F9A53-D5C0-656A-D0BD-D67C153AF246}"/>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AD84049E-75F3-80DC-0675-651CEB1ACEAC}"/>
              </a:ext>
            </a:extLst>
          </p:cNvPr>
          <p:cNvSpPr>
            <a:spLocks noGrp="1"/>
          </p:cNvSpPr>
          <p:nvPr>
            <p:ph idx="1"/>
          </p:nvPr>
        </p:nvSpPr>
        <p:spPr/>
        <p:txBody>
          <a:bodyPr/>
          <a:lstStyle/>
          <a:p>
            <a:r>
              <a:rPr lang="en-GB" dirty="0"/>
              <a:t>How do we validate a biomarker?</a:t>
            </a:r>
          </a:p>
          <a:p>
            <a:pPr marL="0" indent="0">
              <a:buNone/>
            </a:pPr>
            <a:endParaRPr lang="en-GB" dirty="0"/>
          </a:p>
          <a:p>
            <a:pPr marL="514350" indent="-514350">
              <a:buFont typeface="+mj-lt"/>
              <a:buAutoNum type="arabicPeriod"/>
            </a:pPr>
            <a:r>
              <a:rPr lang="en-GB" b="1" dirty="0"/>
              <a:t>See whether the conclusions are true in an independent dataset</a:t>
            </a:r>
          </a:p>
          <a:p>
            <a:pPr lvl="1"/>
            <a:r>
              <a:rPr lang="en-GB" dirty="0"/>
              <a:t>Does it still associate with the outcome we care about?</a:t>
            </a:r>
          </a:p>
          <a:p>
            <a:pPr marL="457200" lvl="1" indent="0">
              <a:buNone/>
            </a:pPr>
            <a:endParaRPr lang="en-GB" dirty="0"/>
          </a:p>
          <a:p>
            <a:pPr lvl="1"/>
            <a:endParaRPr lang="en-GB" dirty="0"/>
          </a:p>
          <a:p>
            <a:pPr marL="0" indent="0">
              <a:buNone/>
            </a:pPr>
            <a:endParaRPr lang="en-GB" dirty="0"/>
          </a:p>
        </p:txBody>
      </p:sp>
      <p:sp>
        <p:nvSpPr>
          <p:cNvPr id="4" name="Date Placeholder 3">
            <a:extLst>
              <a:ext uri="{FF2B5EF4-FFF2-40B4-BE49-F238E27FC236}">
                <a16:creationId xmlns:a16="http://schemas.microsoft.com/office/drawing/2014/main" id="{B0FE8878-8C29-781A-1601-5B8AEDDBFE8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62B7D738-4705-F756-16C0-162CE9323B0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AC4A33FB-D7BA-C0E3-9DA2-C770F42525D4}"/>
              </a:ext>
            </a:extLst>
          </p:cNvPr>
          <p:cNvSpPr>
            <a:spLocks noGrp="1"/>
          </p:cNvSpPr>
          <p:nvPr>
            <p:ph type="sldNum" sz="quarter" idx="12"/>
          </p:nvPr>
        </p:nvSpPr>
        <p:spPr/>
        <p:txBody>
          <a:bodyPr/>
          <a:lstStyle/>
          <a:p>
            <a:fld id="{E7D906D2-95E0-1F43-A885-1A6CB9387C09}" type="slidenum">
              <a:rPr lang="en-GB" smtClean="0"/>
              <a:pPr/>
              <a:t>15</a:t>
            </a:fld>
            <a:endParaRPr lang="en-GB" dirty="0"/>
          </a:p>
        </p:txBody>
      </p:sp>
    </p:spTree>
    <p:extLst>
      <p:ext uri="{BB962C8B-B14F-4D97-AF65-F5344CB8AC3E}">
        <p14:creationId xmlns:p14="http://schemas.microsoft.com/office/powerpoint/2010/main" val="1364004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017D-3998-3125-878C-9B746BCB3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BFE92-BD7B-7B40-00E0-B81458DE1EC0}"/>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FA83F126-5225-405C-EE35-C82699CAE347}"/>
              </a:ext>
            </a:extLst>
          </p:cNvPr>
          <p:cNvSpPr>
            <a:spLocks noGrp="1"/>
          </p:cNvSpPr>
          <p:nvPr>
            <p:ph idx="1"/>
          </p:nvPr>
        </p:nvSpPr>
        <p:spPr/>
        <p:txBody>
          <a:bodyPr/>
          <a:lstStyle/>
          <a:p>
            <a:r>
              <a:rPr lang="en-GB" dirty="0"/>
              <a:t>How do we validate a biomarker?</a:t>
            </a:r>
          </a:p>
          <a:p>
            <a:pPr marL="0" indent="0">
              <a:buNone/>
            </a:pPr>
            <a:endParaRPr lang="en-GB" dirty="0"/>
          </a:p>
          <a:p>
            <a:pPr marL="514350" indent="-514350">
              <a:buFont typeface="+mj-lt"/>
              <a:buAutoNum type="arabicPeriod"/>
            </a:pPr>
            <a:r>
              <a:rPr lang="en-GB" dirty="0"/>
              <a:t>See whether the conclusions are true in an independent dataset</a:t>
            </a:r>
          </a:p>
          <a:p>
            <a:pPr lvl="1"/>
            <a:r>
              <a:rPr lang="en-GB" dirty="0"/>
              <a:t>Does it still associate with the outcome we care about?</a:t>
            </a:r>
          </a:p>
          <a:p>
            <a:pPr marL="514350" indent="-514350">
              <a:buFont typeface="+mj-lt"/>
              <a:buAutoNum type="arabicPeriod"/>
            </a:pPr>
            <a:r>
              <a:rPr lang="en-GB" b="1" dirty="0"/>
              <a:t>Scientific/biological validation</a:t>
            </a:r>
          </a:p>
          <a:p>
            <a:pPr lvl="1"/>
            <a:r>
              <a:rPr lang="en-GB" dirty="0"/>
              <a:t>Demonstration of the mechanistic/biological basis of a biomarker</a:t>
            </a:r>
          </a:p>
          <a:p>
            <a:pPr marL="457200" lvl="1" indent="0">
              <a:buNone/>
            </a:pPr>
            <a:endParaRPr lang="en-GB" dirty="0"/>
          </a:p>
          <a:p>
            <a:pPr lvl="1"/>
            <a:endParaRPr lang="en-GB" dirty="0"/>
          </a:p>
          <a:p>
            <a:pPr marL="0" indent="0">
              <a:buNone/>
            </a:pPr>
            <a:endParaRPr lang="en-GB" dirty="0"/>
          </a:p>
        </p:txBody>
      </p:sp>
      <p:sp>
        <p:nvSpPr>
          <p:cNvPr id="4" name="Date Placeholder 3">
            <a:extLst>
              <a:ext uri="{FF2B5EF4-FFF2-40B4-BE49-F238E27FC236}">
                <a16:creationId xmlns:a16="http://schemas.microsoft.com/office/drawing/2014/main" id="{94A25700-6A4F-8F9C-19D8-E56957FF931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3E84BA89-4B2F-8958-9757-54978F4D1E98}"/>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066CE4BD-7369-EE33-DF67-E8378A613183}"/>
              </a:ext>
            </a:extLst>
          </p:cNvPr>
          <p:cNvSpPr>
            <a:spLocks noGrp="1"/>
          </p:cNvSpPr>
          <p:nvPr>
            <p:ph type="sldNum" sz="quarter" idx="12"/>
          </p:nvPr>
        </p:nvSpPr>
        <p:spPr/>
        <p:txBody>
          <a:bodyPr/>
          <a:lstStyle/>
          <a:p>
            <a:fld id="{E7D906D2-95E0-1F43-A885-1A6CB9387C09}" type="slidenum">
              <a:rPr lang="en-GB" smtClean="0"/>
              <a:pPr/>
              <a:t>16</a:t>
            </a:fld>
            <a:endParaRPr lang="en-GB" dirty="0"/>
          </a:p>
        </p:txBody>
      </p:sp>
    </p:spTree>
    <p:extLst>
      <p:ext uri="{BB962C8B-B14F-4D97-AF65-F5344CB8AC3E}">
        <p14:creationId xmlns:p14="http://schemas.microsoft.com/office/powerpoint/2010/main" val="2684002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4D157-DF70-B65D-C710-2C7228B78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91672-1F8D-B252-04B9-03E9B428A067}"/>
              </a:ext>
            </a:extLst>
          </p:cNvPr>
          <p:cNvSpPr>
            <a:spLocks noGrp="1"/>
          </p:cNvSpPr>
          <p:nvPr>
            <p:ph type="title"/>
          </p:nvPr>
        </p:nvSpPr>
        <p:spPr/>
        <p:txBody>
          <a:bodyPr/>
          <a:lstStyle/>
          <a:p>
            <a:r>
              <a:rPr lang="en-GB" dirty="0"/>
              <a:t>Biomarker Validation</a:t>
            </a:r>
          </a:p>
        </p:txBody>
      </p:sp>
      <p:sp>
        <p:nvSpPr>
          <p:cNvPr id="3" name="Content Placeholder 2">
            <a:extLst>
              <a:ext uri="{FF2B5EF4-FFF2-40B4-BE49-F238E27FC236}">
                <a16:creationId xmlns:a16="http://schemas.microsoft.com/office/drawing/2014/main" id="{21E7DA00-AFA0-E4C8-3C63-ADCE73CE71FC}"/>
              </a:ext>
            </a:extLst>
          </p:cNvPr>
          <p:cNvSpPr>
            <a:spLocks noGrp="1"/>
          </p:cNvSpPr>
          <p:nvPr>
            <p:ph idx="1"/>
          </p:nvPr>
        </p:nvSpPr>
        <p:spPr/>
        <p:txBody>
          <a:bodyPr>
            <a:normAutofit lnSpcReduction="10000"/>
          </a:bodyPr>
          <a:lstStyle/>
          <a:p>
            <a:r>
              <a:rPr lang="en-GB" dirty="0"/>
              <a:t>How do we validate a biomarker?</a:t>
            </a:r>
          </a:p>
          <a:p>
            <a:pPr marL="0" indent="0">
              <a:buNone/>
            </a:pPr>
            <a:endParaRPr lang="en-GB" dirty="0"/>
          </a:p>
          <a:p>
            <a:pPr marL="514350" indent="-514350">
              <a:buFont typeface="+mj-lt"/>
              <a:buAutoNum type="arabicPeriod"/>
            </a:pPr>
            <a:r>
              <a:rPr lang="en-GB" dirty="0"/>
              <a:t>See whether the conclusions are true in an independent dataset</a:t>
            </a:r>
          </a:p>
          <a:p>
            <a:pPr lvl="1"/>
            <a:r>
              <a:rPr lang="en-GB" dirty="0"/>
              <a:t>Does it still associate with the outcome we care about?</a:t>
            </a:r>
          </a:p>
          <a:p>
            <a:pPr marL="514350" indent="-514350">
              <a:buFont typeface="+mj-lt"/>
              <a:buAutoNum type="arabicPeriod"/>
            </a:pPr>
            <a:r>
              <a:rPr lang="en-GB" dirty="0"/>
              <a:t>Scientific/biological validation</a:t>
            </a:r>
          </a:p>
          <a:p>
            <a:pPr lvl="1"/>
            <a:r>
              <a:rPr lang="en-GB" dirty="0"/>
              <a:t>Demonstration of the mechanistic/biological basis of a biomarker</a:t>
            </a:r>
          </a:p>
          <a:p>
            <a:pPr marL="457200" indent="-457200">
              <a:buFont typeface="+mj-lt"/>
              <a:buAutoNum type="arabicPeriod"/>
            </a:pPr>
            <a:r>
              <a:rPr lang="en-GB" b="1" dirty="0"/>
              <a:t>Clinical trials</a:t>
            </a:r>
          </a:p>
          <a:p>
            <a:pPr lvl="1"/>
            <a:r>
              <a:rPr lang="en-GB" dirty="0"/>
              <a:t>For almost anything used to directly make patient decisions</a:t>
            </a:r>
          </a:p>
          <a:p>
            <a:pPr lvl="1"/>
            <a:r>
              <a:rPr lang="en-GB" dirty="0"/>
              <a:t>In the UK, MHRA decides if it is “safe” and works as claimed; NICE decides if it should be adopted </a:t>
            </a:r>
            <a:r>
              <a:rPr lang="en-GB" dirty="0">
                <a:sym typeface="Wingdings" pitchFamily="2" charset="2"/>
              </a:rPr>
              <a:t> very different hurdles</a:t>
            </a:r>
            <a:endParaRPr lang="en-GB" dirty="0"/>
          </a:p>
        </p:txBody>
      </p:sp>
      <p:sp>
        <p:nvSpPr>
          <p:cNvPr id="4" name="Date Placeholder 3">
            <a:extLst>
              <a:ext uri="{FF2B5EF4-FFF2-40B4-BE49-F238E27FC236}">
                <a16:creationId xmlns:a16="http://schemas.microsoft.com/office/drawing/2014/main" id="{FA689293-26E9-5233-687A-B99BBAED3C2A}"/>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5FF6F774-8F9C-FA1D-ED8A-24B9982B6768}"/>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7A96BB70-7177-A14A-DE02-96107ECDB253}"/>
              </a:ext>
            </a:extLst>
          </p:cNvPr>
          <p:cNvSpPr>
            <a:spLocks noGrp="1"/>
          </p:cNvSpPr>
          <p:nvPr>
            <p:ph type="sldNum" sz="quarter" idx="12"/>
          </p:nvPr>
        </p:nvSpPr>
        <p:spPr/>
        <p:txBody>
          <a:bodyPr/>
          <a:lstStyle/>
          <a:p>
            <a:fld id="{E7D906D2-95E0-1F43-A885-1A6CB9387C09}" type="slidenum">
              <a:rPr lang="en-GB" smtClean="0"/>
              <a:pPr/>
              <a:t>17</a:t>
            </a:fld>
            <a:endParaRPr lang="en-GB" dirty="0"/>
          </a:p>
        </p:txBody>
      </p:sp>
    </p:spTree>
    <p:extLst>
      <p:ext uri="{BB962C8B-B14F-4D97-AF65-F5344CB8AC3E}">
        <p14:creationId xmlns:p14="http://schemas.microsoft.com/office/powerpoint/2010/main" val="2882997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07F6F-1024-076E-A3FE-F00408E3D436}"/>
              </a:ext>
            </a:extLst>
          </p:cNvPr>
          <p:cNvSpPr>
            <a:spLocks noGrp="1"/>
          </p:cNvSpPr>
          <p:nvPr>
            <p:ph type="title"/>
          </p:nvPr>
        </p:nvSpPr>
        <p:spPr/>
        <p:txBody>
          <a:bodyPr/>
          <a:lstStyle/>
          <a:p>
            <a:r>
              <a:rPr lang="en-GB" dirty="0"/>
              <a:t>The pipeline of biomarker discovery</a:t>
            </a:r>
          </a:p>
        </p:txBody>
      </p:sp>
      <p:sp>
        <p:nvSpPr>
          <p:cNvPr id="4" name="Date Placeholder 3">
            <a:extLst>
              <a:ext uri="{FF2B5EF4-FFF2-40B4-BE49-F238E27FC236}">
                <a16:creationId xmlns:a16="http://schemas.microsoft.com/office/drawing/2014/main" id="{7B6C9CCB-E55A-7145-2998-AB9EBB478B84}"/>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9981DF63-A735-BA9C-8F45-D1ECCF07DD6F}"/>
              </a:ext>
            </a:extLst>
          </p:cNvPr>
          <p:cNvSpPr>
            <a:spLocks noGrp="1"/>
          </p:cNvSpPr>
          <p:nvPr>
            <p:ph type="ftr" sz="quarter" idx="11"/>
          </p:nvPr>
        </p:nvSpPr>
        <p:spPr/>
        <p:txBody>
          <a:bodyPr/>
          <a:lstStyle/>
          <a:p>
            <a:r>
              <a:rPr lang="en-GB" dirty="0"/>
              <a:t>MSc in Genomic Medicine - ML for Biomarker Discovery</a:t>
            </a:r>
          </a:p>
        </p:txBody>
      </p:sp>
      <p:sp>
        <p:nvSpPr>
          <p:cNvPr id="6" name="Slide Number Placeholder 5">
            <a:extLst>
              <a:ext uri="{FF2B5EF4-FFF2-40B4-BE49-F238E27FC236}">
                <a16:creationId xmlns:a16="http://schemas.microsoft.com/office/drawing/2014/main" id="{E9BD8866-8BFF-5164-1D9A-F0BA54BF82EC}"/>
              </a:ext>
            </a:extLst>
          </p:cNvPr>
          <p:cNvSpPr>
            <a:spLocks noGrp="1"/>
          </p:cNvSpPr>
          <p:nvPr>
            <p:ph type="sldNum" sz="quarter" idx="12"/>
          </p:nvPr>
        </p:nvSpPr>
        <p:spPr/>
        <p:txBody>
          <a:bodyPr/>
          <a:lstStyle/>
          <a:p>
            <a:fld id="{E7D906D2-95E0-1F43-A885-1A6CB9387C09}" type="slidenum">
              <a:rPr lang="en-GB" smtClean="0"/>
              <a:pPr/>
              <a:t>18</a:t>
            </a:fld>
            <a:endParaRPr lang="en-GB" dirty="0"/>
          </a:p>
        </p:txBody>
      </p:sp>
      <p:sp>
        <p:nvSpPr>
          <p:cNvPr id="8" name="TextBox 7">
            <a:extLst>
              <a:ext uri="{FF2B5EF4-FFF2-40B4-BE49-F238E27FC236}">
                <a16:creationId xmlns:a16="http://schemas.microsoft.com/office/drawing/2014/main" id="{C930B904-B55C-B55F-579A-E4E89C2005B9}"/>
              </a:ext>
            </a:extLst>
          </p:cNvPr>
          <p:cNvSpPr txBox="1"/>
          <p:nvPr/>
        </p:nvSpPr>
        <p:spPr>
          <a:xfrm>
            <a:off x="3159370" y="1668945"/>
            <a:ext cx="4202723" cy="1021556"/>
          </a:xfrm>
          <a:prstGeom prst="roundRect">
            <a:avLst/>
          </a:prstGeom>
          <a:solidFill>
            <a:schemeClr val="accent1">
              <a:lumMod val="20000"/>
              <a:lumOff val="80000"/>
            </a:scheme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Data collected from some source (clinical trials, electronic health records, biobank etc</a:t>
            </a:r>
          </a:p>
        </p:txBody>
      </p:sp>
      <p:sp>
        <p:nvSpPr>
          <p:cNvPr id="9" name="TextBox 8">
            <a:extLst>
              <a:ext uri="{FF2B5EF4-FFF2-40B4-BE49-F238E27FC236}">
                <a16:creationId xmlns:a16="http://schemas.microsoft.com/office/drawing/2014/main" id="{99D86455-B5A5-2B2B-6635-0E2E95F5BE07}"/>
              </a:ext>
            </a:extLst>
          </p:cNvPr>
          <p:cNvSpPr txBox="1"/>
          <p:nvPr/>
        </p:nvSpPr>
        <p:spPr>
          <a:xfrm>
            <a:off x="3159369" y="3032612"/>
            <a:ext cx="4202723" cy="408623"/>
          </a:xfrm>
          <a:prstGeom prst="roundRect">
            <a:avLst/>
          </a:prstGeom>
          <a:solidFill>
            <a:schemeClr val="accent6">
              <a:lumMod val="20000"/>
              <a:lumOff val="80000"/>
            </a:scheme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Biomarker discovery phase</a:t>
            </a:r>
          </a:p>
        </p:txBody>
      </p:sp>
      <p:sp>
        <p:nvSpPr>
          <p:cNvPr id="10" name="TextBox 9">
            <a:extLst>
              <a:ext uri="{FF2B5EF4-FFF2-40B4-BE49-F238E27FC236}">
                <a16:creationId xmlns:a16="http://schemas.microsoft.com/office/drawing/2014/main" id="{19DC4424-A212-4794-AF30-A08A1861952F}"/>
              </a:ext>
            </a:extLst>
          </p:cNvPr>
          <p:cNvSpPr txBox="1"/>
          <p:nvPr/>
        </p:nvSpPr>
        <p:spPr>
          <a:xfrm>
            <a:off x="3453911" y="3770904"/>
            <a:ext cx="3613638" cy="408623"/>
          </a:xfrm>
          <a:prstGeom prst="roundRect">
            <a:avLst/>
          </a:prstGeom>
          <a:solidFill>
            <a:schemeClr val="accent2">
              <a:lumMod val="20000"/>
              <a:lumOff val="80000"/>
            </a:scheme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Prospective biomarker identified</a:t>
            </a:r>
          </a:p>
        </p:txBody>
      </p:sp>
      <p:sp>
        <p:nvSpPr>
          <p:cNvPr id="11" name="TextBox 10">
            <a:extLst>
              <a:ext uri="{FF2B5EF4-FFF2-40B4-BE49-F238E27FC236}">
                <a16:creationId xmlns:a16="http://schemas.microsoft.com/office/drawing/2014/main" id="{E70665AD-0F95-2B29-6302-D03CBC7C1F90}"/>
              </a:ext>
            </a:extLst>
          </p:cNvPr>
          <p:cNvSpPr txBox="1"/>
          <p:nvPr/>
        </p:nvSpPr>
        <p:spPr>
          <a:xfrm>
            <a:off x="3453911" y="4542769"/>
            <a:ext cx="3613638" cy="408623"/>
          </a:xfrm>
          <a:prstGeom prst="roundRect">
            <a:avLst/>
          </a:prstGeom>
          <a:solidFill>
            <a:schemeClr val="accent5">
              <a:lumMod val="20000"/>
              <a:lumOff val="80000"/>
            </a:scheme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Validation in external datasets</a:t>
            </a:r>
          </a:p>
        </p:txBody>
      </p:sp>
      <p:sp>
        <p:nvSpPr>
          <p:cNvPr id="12" name="TextBox 11">
            <a:extLst>
              <a:ext uri="{FF2B5EF4-FFF2-40B4-BE49-F238E27FC236}">
                <a16:creationId xmlns:a16="http://schemas.microsoft.com/office/drawing/2014/main" id="{313F2302-7E06-EADC-6B59-34A7B0CDBA72}"/>
              </a:ext>
            </a:extLst>
          </p:cNvPr>
          <p:cNvSpPr txBox="1"/>
          <p:nvPr/>
        </p:nvSpPr>
        <p:spPr>
          <a:xfrm>
            <a:off x="3687639" y="5274160"/>
            <a:ext cx="3156439" cy="408623"/>
          </a:xfrm>
          <a:prstGeom prst="roundRect">
            <a:avLst/>
          </a:prstGeom>
          <a:solidFill>
            <a:srgbClr val="FF0000">
              <a:alpha val="9225"/>
            </a:srgb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Biomarker test designed</a:t>
            </a:r>
          </a:p>
        </p:txBody>
      </p:sp>
      <p:sp>
        <p:nvSpPr>
          <p:cNvPr id="13" name="TextBox 12">
            <a:extLst>
              <a:ext uri="{FF2B5EF4-FFF2-40B4-BE49-F238E27FC236}">
                <a16:creationId xmlns:a16="http://schemas.microsoft.com/office/drawing/2014/main" id="{7D5CC1D6-6DB5-5524-86A7-5BB4E67FFA15}"/>
              </a:ext>
            </a:extLst>
          </p:cNvPr>
          <p:cNvSpPr txBox="1"/>
          <p:nvPr/>
        </p:nvSpPr>
        <p:spPr>
          <a:xfrm>
            <a:off x="3075841" y="6005551"/>
            <a:ext cx="4369778" cy="408623"/>
          </a:xfrm>
          <a:prstGeom prst="roundRect">
            <a:avLst/>
          </a:prstGeom>
          <a:solidFill>
            <a:srgbClr val="FF0000">
              <a:alpha val="9225"/>
            </a:srgb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Clinical trials &amp; regulatory process</a:t>
            </a:r>
          </a:p>
        </p:txBody>
      </p:sp>
      <p:sp>
        <p:nvSpPr>
          <p:cNvPr id="16" name="TextBox 15">
            <a:extLst>
              <a:ext uri="{FF2B5EF4-FFF2-40B4-BE49-F238E27FC236}">
                <a16:creationId xmlns:a16="http://schemas.microsoft.com/office/drawing/2014/main" id="{AA65BEF5-126C-9B0F-57D1-6EF4C77B79CD}"/>
              </a:ext>
            </a:extLst>
          </p:cNvPr>
          <p:cNvSpPr txBox="1"/>
          <p:nvPr/>
        </p:nvSpPr>
        <p:spPr>
          <a:xfrm>
            <a:off x="7655169" y="2413502"/>
            <a:ext cx="1327638" cy="578882"/>
          </a:xfrm>
          <a:prstGeom prst="roundRect">
            <a:avLst/>
          </a:prstGeom>
          <a:solidFill>
            <a:schemeClr val="accent6">
              <a:lumMod val="20000"/>
              <a:lumOff val="80000"/>
            </a:schemeClr>
          </a:solidFill>
          <a:ln>
            <a:solidFill>
              <a:schemeClr val="accent1"/>
            </a:solidFill>
          </a:ln>
        </p:spPr>
        <p:txBody>
          <a:bodyPr wrap="square" rtlCol="0">
            <a:spAutoFit/>
          </a:bodyPr>
          <a:lstStyle/>
          <a:p>
            <a:r>
              <a:rPr lang="en-GB" sz="1400" dirty="0"/>
              <a:t>Exploratory data analysis</a:t>
            </a:r>
          </a:p>
        </p:txBody>
      </p:sp>
      <p:sp>
        <p:nvSpPr>
          <p:cNvPr id="17" name="TextBox 16">
            <a:extLst>
              <a:ext uri="{FF2B5EF4-FFF2-40B4-BE49-F238E27FC236}">
                <a16:creationId xmlns:a16="http://schemas.microsoft.com/office/drawing/2014/main" id="{2EB6A411-36B6-5714-7842-1B4105BAF257}"/>
              </a:ext>
            </a:extLst>
          </p:cNvPr>
          <p:cNvSpPr txBox="1"/>
          <p:nvPr/>
        </p:nvSpPr>
        <p:spPr>
          <a:xfrm>
            <a:off x="7655169" y="3090445"/>
            <a:ext cx="1934307" cy="340519"/>
          </a:xfrm>
          <a:prstGeom prst="roundRect">
            <a:avLst/>
          </a:prstGeom>
          <a:solidFill>
            <a:schemeClr val="accent6">
              <a:lumMod val="20000"/>
              <a:lumOff val="80000"/>
            </a:schemeClr>
          </a:solidFill>
          <a:ln>
            <a:solidFill>
              <a:schemeClr val="accent1"/>
            </a:solidFill>
          </a:ln>
        </p:spPr>
        <p:txBody>
          <a:bodyPr wrap="square" rtlCol="0">
            <a:spAutoFit/>
          </a:bodyPr>
          <a:lstStyle/>
          <a:p>
            <a:r>
              <a:rPr lang="en-GB" sz="1400" dirty="0"/>
              <a:t>Unsupervised ML</a:t>
            </a:r>
          </a:p>
        </p:txBody>
      </p:sp>
      <p:sp>
        <p:nvSpPr>
          <p:cNvPr id="18" name="TextBox 17">
            <a:extLst>
              <a:ext uri="{FF2B5EF4-FFF2-40B4-BE49-F238E27FC236}">
                <a16:creationId xmlns:a16="http://schemas.microsoft.com/office/drawing/2014/main" id="{3F63D90B-7FCD-3F22-9E6B-5A49F7EAE1B1}"/>
              </a:ext>
            </a:extLst>
          </p:cNvPr>
          <p:cNvSpPr txBox="1"/>
          <p:nvPr/>
        </p:nvSpPr>
        <p:spPr>
          <a:xfrm>
            <a:off x="7655169" y="3675222"/>
            <a:ext cx="1617785" cy="340519"/>
          </a:xfrm>
          <a:prstGeom prst="roundRect">
            <a:avLst/>
          </a:prstGeom>
          <a:solidFill>
            <a:schemeClr val="accent6">
              <a:lumMod val="20000"/>
              <a:lumOff val="80000"/>
            </a:schemeClr>
          </a:solidFill>
          <a:ln>
            <a:solidFill>
              <a:schemeClr val="accent1"/>
            </a:solidFill>
          </a:ln>
        </p:spPr>
        <p:txBody>
          <a:bodyPr wrap="square" rtlCol="0">
            <a:spAutoFit/>
          </a:bodyPr>
          <a:lstStyle/>
          <a:p>
            <a:r>
              <a:rPr lang="en-GB" sz="1400" dirty="0"/>
              <a:t>Survival analysis</a:t>
            </a:r>
          </a:p>
        </p:txBody>
      </p:sp>
      <p:cxnSp>
        <p:nvCxnSpPr>
          <p:cNvPr id="20" name="Straight Arrow Connector 19">
            <a:extLst>
              <a:ext uri="{FF2B5EF4-FFF2-40B4-BE49-F238E27FC236}">
                <a16:creationId xmlns:a16="http://schemas.microsoft.com/office/drawing/2014/main" id="{A38F3CBF-0064-F064-7E6D-DE7CF80A7D22}"/>
              </a:ext>
            </a:extLst>
          </p:cNvPr>
          <p:cNvCxnSpPr>
            <a:stCxn id="9" idx="3"/>
            <a:endCxn id="16" idx="1"/>
          </p:cNvCxnSpPr>
          <p:nvPr/>
        </p:nvCxnSpPr>
        <p:spPr>
          <a:xfrm flipV="1">
            <a:off x="7362092" y="2702943"/>
            <a:ext cx="293077" cy="533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945D0A1-27DC-8253-F806-D4F58A8E8CF9}"/>
              </a:ext>
            </a:extLst>
          </p:cNvPr>
          <p:cNvCxnSpPr>
            <a:stCxn id="9" idx="3"/>
            <a:endCxn id="17" idx="1"/>
          </p:cNvCxnSpPr>
          <p:nvPr/>
        </p:nvCxnSpPr>
        <p:spPr>
          <a:xfrm>
            <a:off x="7362092" y="3236924"/>
            <a:ext cx="293077" cy="237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FE442A2-ACB1-BE58-D992-4B4E031B6D91}"/>
              </a:ext>
            </a:extLst>
          </p:cNvPr>
          <p:cNvCxnSpPr>
            <a:stCxn id="9" idx="3"/>
            <a:endCxn id="18" idx="1"/>
          </p:cNvCxnSpPr>
          <p:nvPr/>
        </p:nvCxnSpPr>
        <p:spPr>
          <a:xfrm>
            <a:off x="7362092" y="3236924"/>
            <a:ext cx="293077" cy="6085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9" name="Picture 28" descr="A baby with a fist raised on the beach&#10;&#10;AI-generated content may be incorrect.">
            <a:extLst>
              <a:ext uri="{FF2B5EF4-FFF2-40B4-BE49-F238E27FC236}">
                <a16:creationId xmlns:a16="http://schemas.microsoft.com/office/drawing/2014/main" id="{F529D5BB-0203-73F6-FE64-D07903EE4E26}"/>
              </a:ext>
            </a:extLst>
          </p:cNvPr>
          <p:cNvPicPr>
            <a:picLocks noChangeAspect="1"/>
          </p:cNvPicPr>
          <p:nvPr/>
        </p:nvPicPr>
        <p:blipFill>
          <a:blip r:embed="rId2"/>
          <a:stretch>
            <a:fillRect/>
          </a:stretch>
        </p:blipFill>
        <p:spPr>
          <a:xfrm>
            <a:off x="9909505" y="4050727"/>
            <a:ext cx="2089059" cy="1392706"/>
          </a:xfrm>
          <a:prstGeom prst="rect">
            <a:avLst/>
          </a:prstGeom>
        </p:spPr>
      </p:pic>
      <p:cxnSp>
        <p:nvCxnSpPr>
          <p:cNvPr id="34" name="Curved Connector 33">
            <a:extLst>
              <a:ext uri="{FF2B5EF4-FFF2-40B4-BE49-F238E27FC236}">
                <a16:creationId xmlns:a16="http://schemas.microsoft.com/office/drawing/2014/main" id="{EC90F16E-71CA-9DCA-D531-C2DED920E1C4}"/>
              </a:ext>
            </a:extLst>
          </p:cNvPr>
          <p:cNvCxnSpPr>
            <a:cxnSpLocks/>
            <a:stCxn id="11" idx="1"/>
            <a:endCxn id="9" idx="1"/>
          </p:cNvCxnSpPr>
          <p:nvPr/>
        </p:nvCxnSpPr>
        <p:spPr>
          <a:xfrm rot="10800000">
            <a:off x="3159369" y="3236925"/>
            <a:ext cx="294542" cy="1510157"/>
          </a:xfrm>
          <a:prstGeom prst="curvedConnector3">
            <a:avLst>
              <a:gd name="adj1" fmla="val 177612"/>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4CFB005-9A9C-FA88-B3AB-81559F8BD9FB}"/>
              </a:ext>
            </a:extLst>
          </p:cNvPr>
          <p:cNvCxnSpPr>
            <a:cxnSpLocks/>
            <a:stCxn id="8" idx="2"/>
            <a:endCxn id="9" idx="0"/>
          </p:cNvCxnSpPr>
          <p:nvPr/>
        </p:nvCxnSpPr>
        <p:spPr>
          <a:xfrm flipH="1">
            <a:off x="5260731" y="2690501"/>
            <a:ext cx="1" cy="34211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A95954D-F61E-AE01-2BA3-26F1586579F9}"/>
              </a:ext>
            </a:extLst>
          </p:cNvPr>
          <p:cNvCxnSpPr>
            <a:stCxn id="9" idx="2"/>
            <a:endCxn id="10" idx="0"/>
          </p:cNvCxnSpPr>
          <p:nvPr/>
        </p:nvCxnSpPr>
        <p:spPr>
          <a:xfrm flipH="1">
            <a:off x="5260730" y="3441235"/>
            <a:ext cx="1" cy="32966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C3FB076-F45F-7294-77CB-A4ECB8F7F832}"/>
              </a:ext>
            </a:extLst>
          </p:cNvPr>
          <p:cNvCxnSpPr>
            <a:stCxn id="10" idx="2"/>
            <a:endCxn id="11" idx="0"/>
          </p:cNvCxnSpPr>
          <p:nvPr/>
        </p:nvCxnSpPr>
        <p:spPr>
          <a:xfrm>
            <a:off x="5260730" y="4179527"/>
            <a:ext cx="0" cy="36324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C148D562-8F9A-E109-CC59-5821E8F6B221}"/>
              </a:ext>
            </a:extLst>
          </p:cNvPr>
          <p:cNvCxnSpPr>
            <a:stCxn id="11" idx="2"/>
            <a:endCxn id="12" idx="0"/>
          </p:cNvCxnSpPr>
          <p:nvPr/>
        </p:nvCxnSpPr>
        <p:spPr>
          <a:xfrm>
            <a:off x="5260730" y="4951392"/>
            <a:ext cx="5129" cy="32276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77BCEB1-F7D5-48E0-B50B-873F91869C99}"/>
              </a:ext>
            </a:extLst>
          </p:cNvPr>
          <p:cNvCxnSpPr>
            <a:cxnSpLocks/>
            <a:stCxn id="12" idx="2"/>
            <a:endCxn id="13" idx="0"/>
          </p:cNvCxnSpPr>
          <p:nvPr/>
        </p:nvCxnSpPr>
        <p:spPr>
          <a:xfrm flipH="1">
            <a:off x="5260730" y="5682783"/>
            <a:ext cx="5129" cy="32276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7EB4402F-BE44-D1F6-2FE9-C89B01B57D21}"/>
              </a:ext>
            </a:extLst>
          </p:cNvPr>
          <p:cNvCxnSpPr>
            <a:stCxn id="11" idx="3"/>
            <a:endCxn id="29" idx="1"/>
          </p:cNvCxnSpPr>
          <p:nvPr/>
        </p:nvCxnSpPr>
        <p:spPr>
          <a:xfrm flipV="1">
            <a:off x="7067549" y="4747080"/>
            <a:ext cx="284195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6FD12F1-FFEE-AEFA-7C12-40D381FE2734}"/>
              </a:ext>
            </a:extLst>
          </p:cNvPr>
          <p:cNvSpPr txBox="1"/>
          <p:nvPr/>
        </p:nvSpPr>
        <p:spPr>
          <a:xfrm>
            <a:off x="10301620" y="5443433"/>
            <a:ext cx="1304827" cy="646331"/>
          </a:xfrm>
          <a:prstGeom prst="rect">
            <a:avLst/>
          </a:prstGeom>
          <a:noFill/>
        </p:spPr>
        <p:txBody>
          <a:bodyPr wrap="square" rtlCol="0">
            <a:spAutoFit/>
          </a:bodyPr>
          <a:lstStyle/>
          <a:p>
            <a:r>
              <a:rPr lang="en-GB" dirty="0"/>
              <a:t>Academic Endpoint</a:t>
            </a:r>
          </a:p>
        </p:txBody>
      </p:sp>
    </p:spTree>
    <p:extLst>
      <p:ext uri="{BB962C8B-B14F-4D97-AF65-F5344CB8AC3E}">
        <p14:creationId xmlns:p14="http://schemas.microsoft.com/office/powerpoint/2010/main" val="3387277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5ACA3-7077-2608-D2AC-85E23B4B04D8}"/>
              </a:ext>
            </a:extLst>
          </p:cNvPr>
          <p:cNvSpPr>
            <a:spLocks noGrp="1"/>
          </p:cNvSpPr>
          <p:nvPr>
            <p:ph type="ctrTitle"/>
          </p:nvPr>
        </p:nvSpPr>
        <p:spPr/>
        <p:txBody>
          <a:bodyPr/>
          <a:lstStyle/>
          <a:p>
            <a:r>
              <a:rPr lang="en-GB" dirty="0"/>
              <a:t>2. Why can machine learning help with biomarker discovery?</a:t>
            </a:r>
          </a:p>
        </p:txBody>
      </p:sp>
    </p:spTree>
    <p:extLst>
      <p:ext uri="{BB962C8B-B14F-4D97-AF65-F5344CB8AC3E}">
        <p14:creationId xmlns:p14="http://schemas.microsoft.com/office/powerpoint/2010/main" val="176289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02F85-B28F-FDE6-4428-6257F499BD02}"/>
              </a:ext>
            </a:extLst>
          </p:cNvPr>
          <p:cNvSpPr>
            <a:spLocks noGrp="1"/>
          </p:cNvSpPr>
          <p:nvPr>
            <p:ph type="title"/>
          </p:nvPr>
        </p:nvSpPr>
        <p:spPr/>
        <p:txBody>
          <a:bodyPr/>
          <a:lstStyle/>
          <a:p>
            <a:r>
              <a:rPr lang="en-GB" dirty="0"/>
              <a:t>The evolution of biomarkers </a:t>
            </a:r>
          </a:p>
        </p:txBody>
      </p:sp>
      <p:sp>
        <p:nvSpPr>
          <p:cNvPr id="3" name="Content Placeholder 2">
            <a:extLst>
              <a:ext uri="{FF2B5EF4-FFF2-40B4-BE49-F238E27FC236}">
                <a16:creationId xmlns:a16="http://schemas.microsoft.com/office/drawing/2014/main" id="{6D10D565-A763-4E4A-9827-350037C6FA32}"/>
              </a:ext>
            </a:extLst>
          </p:cNvPr>
          <p:cNvSpPr>
            <a:spLocks noGrp="1"/>
          </p:cNvSpPr>
          <p:nvPr>
            <p:ph idx="1"/>
          </p:nvPr>
        </p:nvSpPr>
        <p:spPr/>
        <p:txBody>
          <a:bodyPr>
            <a:normAutofit/>
          </a:bodyPr>
          <a:lstStyle/>
          <a:p>
            <a:r>
              <a:rPr lang="en-GB" dirty="0"/>
              <a:t>Traditional biomarkers (e.g. BMI) are generally based on a single measurement, manually defined </a:t>
            </a:r>
          </a:p>
          <a:p>
            <a:pPr marL="0" indent="0">
              <a:buNone/>
            </a:pPr>
            <a:endParaRPr lang="en-GB" dirty="0"/>
          </a:p>
          <a:p>
            <a:r>
              <a:rPr lang="en-GB" dirty="0"/>
              <a:t>Increasingly, biomarkers are moving to composite high-dimensional measurements, enabled by machine learning (data-driven)</a:t>
            </a:r>
          </a:p>
          <a:p>
            <a:pPr lvl="1"/>
            <a:r>
              <a:rPr lang="en-GB" dirty="0"/>
              <a:t>e.g. gene-expression panels </a:t>
            </a:r>
          </a:p>
          <a:p>
            <a:pPr lvl="1"/>
            <a:r>
              <a:rPr lang="en-GB" dirty="0"/>
              <a:t>e.g. ML-derived scores from imaging (MRI/CT)</a:t>
            </a:r>
          </a:p>
          <a:p>
            <a:pPr marL="0" indent="0">
              <a:buNone/>
            </a:pPr>
            <a:endParaRPr lang="en-GB" dirty="0"/>
          </a:p>
        </p:txBody>
      </p:sp>
      <p:sp>
        <p:nvSpPr>
          <p:cNvPr id="4" name="Date Placeholder 3">
            <a:extLst>
              <a:ext uri="{FF2B5EF4-FFF2-40B4-BE49-F238E27FC236}">
                <a16:creationId xmlns:a16="http://schemas.microsoft.com/office/drawing/2014/main" id="{CD8544BF-E4F1-2795-27DD-BA7C5ED485C4}"/>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642CD0D0-73FB-0149-F62D-93FED3EC3C2B}"/>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BB4E066C-DC86-5DF9-31BD-9B1529822F6B}"/>
              </a:ext>
            </a:extLst>
          </p:cNvPr>
          <p:cNvSpPr>
            <a:spLocks noGrp="1"/>
          </p:cNvSpPr>
          <p:nvPr>
            <p:ph type="sldNum" sz="quarter" idx="12"/>
          </p:nvPr>
        </p:nvSpPr>
        <p:spPr/>
        <p:txBody>
          <a:bodyPr/>
          <a:lstStyle/>
          <a:p>
            <a:fld id="{E7D906D2-95E0-1F43-A885-1A6CB9387C09}" type="slidenum">
              <a:rPr lang="en-GB" smtClean="0"/>
              <a:pPr/>
              <a:t>20</a:t>
            </a:fld>
            <a:endParaRPr lang="en-GB" dirty="0"/>
          </a:p>
        </p:txBody>
      </p:sp>
    </p:spTree>
    <p:extLst>
      <p:ext uri="{BB962C8B-B14F-4D97-AF65-F5344CB8AC3E}">
        <p14:creationId xmlns:p14="http://schemas.microsoft.com/office/powerpoint/2010/main" val="3547481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CE33-FE7E-1EEA-B89F-5428738B31A5}"/>
              </a:ext>
            </a:extLst>
          </p:cNvPr>
          <p:cNvSpPr>
            <a:spLocks noGrp="1"/>
          </p:cNvSpPr>
          <p:nvPr>
            <p:ph type="title"/>
          </p:nvPr>
        </p:nvSpPr>
        <p:spPr/>
        <p:txBody>
          <a:bodyPr/>
          <a:lstStyle/>
          <a:p>
            <a:r>
              <a:rPr lang="en-GB" dirty="0"/>
              <a:t>Why is machine learning particularly good for this?</a:t>
            </a:r>
          </a:p>
        </p:txBody>
      </p:sp>
      <p:sp>
        <p:nvSpPr>
          <p:cNvPr id="3" name="Content Placeholder 2">
            <a:extLst>
              <a:ext uri="{FF2B5EF4-FFF2-40B4-BE49-F238E27FC236}">
                <a16:creationId xmlns:a16="http://schemas.microsoft.com/office/drawing/2014/main" id="{8AE1CE3D-4FDF-A3EA-6FF8-7E9CA530F708}"/>
              </a:ext>
            </a:extLst>
          </p:cNvPr>
          <p:cNvSpPr>
            <a:spLocks noGrp="1"/>
          </p:cNvSpPr>
          <p:nvPr>
            <p:ph idx="1"/>
          </p:nvPr>
        </p:nvSpPr>
        <p:spPr/>
        <p:txBody>
          <a:bodyPr/>
          <a:lstStyle/>
          <a:p>
            <a:r>
              <a:rPr lang="en-GB" dirty="0"/>
              <a:t>With modern technology, we are able to extract a huge amount of information from biological samples</a:t>
            </a:r>
          </a:p>
          <a:p>
            <a:pPr lvl="1"/>
            <a:r>
              <a:rPr lang="en-GB" dirty="0"/>
              <a:t>e.g. whole genome sequencing, </a:t>
            </a:r>
            <a:r>
              <a:rPr lang="en-GB" dirty="0" err="1"/>
              <a:t>RNAseq</a:t>
            </a:r>
            <a:r>
              <a:rPr lang="en-GB" dirty="0"/>
              <a:t>, single-cell, MRI/CT imaging</a:t>
            </a:r>
          </a:p>
          <a:p>
            <a:pPr lvl="1"/>
            <a:endParaRPr lang="en-GB" dirty="0"/>
          </a:p>
          <a:p>
            <a:r>
              <a:rPr lang="en-GB" dirty="0"/>
              <a:t>Very high-dimensional, noisy data</a:t>
            </a:r>
          </a:p>
          <a:p>
            <a:pPr lvl="1"/>
            <a:r>
              <a:rPr lang="en-GB" dirty="0"/>
              <a:t>Difficult/impossible for humans to spot reliable patterns</a:t>
            </a:r>
          </a:p>
          <a:p>
            <a:pPr lvl="1"/>
            <a:r>
              <a:rPr lang="en-GB" dirty="0"/>
              <a:t>Perfect for ML algorithms</a:t>
            </a:r>
          </a:p>
          <a:p>
            <a:pPr lvl="1"/>
            <a:endParaRPr lang="en-GB" dirty="0"/>
          </a:p>
          <a:p>
            <a:r>
              <a:rPr lang="en-GB" dirty="0"/>
              <a:t>ML can reduce noise through aggregation, learn nonlinear features, handle high-dimensions naturally and much more</a:t>
            </a:r>
          </a:p>
        </p:txBody>
      </p:sp>
      <p:sp>
        <p:nvSpPr>
          <p:cNvPr id="4" name="Date Placeholder 3">
            <a:extLst>
              <a:ext uri="{FF2B5EF4-FFF2-40B4-BE49-F238E27FC236}">
                <a16:creationId xmlns:a16="http://schemas.microsoft.com/office/drawing/2014/main" id="{B42B9A43-DCD5-8079-9314-438C035C226C}"/>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1F2FE584-083A-46A2-462D-5DDCF1B4C7DF}"/>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ADCF0D4-ECCF-F31C-C3E2-09E2B6167DF2}"/>
              </a:ext>
            </a:extLst>
          </p:cNvPr>
          <p:cNvSpPr>
            <a:spLocks noGrp="1"/>
          </p:cNvSpPr>
          <p:nvPr>
            <p:ph type="sldNum" sz="quarter" idx="12"/>
          </p:nvPr>
        </p:nvSpPr>
        <p:spPr/>
        <p:txBody>
          <a:bodyPr/>
          <a:lstStyle/>
          <a:p>
            <a:fld id="{E7D906D2-95E0-1F43-A885-1A6CB9387C09}" type="slidenum">
              <a:rPr lang="en-GB" smtClean="0"/>
              <a:pPr/>
              <a:t>21</a:t>
            </a:fld>
            <a:endParaRPr lang="en-GB" dirty="0"/>
          </a:p>
        </p:txBody>
      </p:sp>
    </p:spTree>
    <p:extLst>
      <p:ext uri="{BB962C8B-B14F-4D97-AF65-F5344CB8AC3E}">
        <p14:creationId xmlns:p14="http://schemas.microsoft.com/office/powerpoint/2010/main" val="922486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9C81A-820F-5B55-F51C-E5BD606631C6}"/>
              </a:ext>
            </a:extLst>
          </p:cNvPr>
          <p:cNvSpPr>
            <a:spLocks noGrp="1"/>
          </p:cNvSpPr>
          <p:nvPr>
            <p:ph type="title"/>
          </p:nvPr>
        </p:nvSpPr>
        <p:spPr/>
        <p:txBody>
          <a:bodyPr/>
          <a:lstStyle/>
          <a:p>
            <a:r>
              <a:rPr lang="en-GB" dirty="0"/>
              <a:t>How is ML used in biomarker discovery?</a:t>
            </a:r>
          </a:p>
        </p:txBody>
      </p:sp>
      <p:sp>
        <p:nvSpPr>
          <p:cNvPr id="3" name="Content Placeholder 2">
            <a:extLst>
              <a:ext uri="{FF2B5EF4-FFF2-40B4-BE49-F238E27FC236}">
                <a16:creationId xmlns:a16="http://schemas.microsoft.com/office/drawing/2014/main" id="{EF5A5300-2F05-DFDA-D91E-6D366005F8AD}"/>
              </a:ext>
            </a:extLst>
          </p:cNvPr>
          <p:cNvSpPr>
            <a:spLocks noGrp="1"/>
          </p:cNvSpPr>
          <p:nvPr>
            <p:ph idx="1"/>
          </p:nvPr>
        </p:nvSpPr>
        <p:spPr/>
        <p:txBody>
          <a:bodyPr>
            <a:normAutofit lnSpcReduction="10000"/>
          </a:bodyPr>
          <a:lstStyle/>
          <a:p>
            <a:r>
              <a:rPr lang="en-GB" dirty="0"/>
              <a:t>Unsupervised ML </a:t>
            </a:r>
          </a:p>
          <a:p>
            <a:pPr lvl="1"/>
            <a:r>
              <a:rPr lang="en-GB" dirty="0"/>
              <a:t>Where we do not know have known labels for the samples</a:t>
            </a:r>
          </a:p>
          <a:p>
            <a:pPr lvl="1"/>
            <a:r>
              <a:rPr lang="en-GB" dirty="0"/>
              <a:t>Often exploratory</a:t>
            </a:r>
          </a:p>
          <a:p>
            <a:pPr lvl="1"/>
            <a:r>
              <a:rPr lang="en-GB" dirty="0"/>
              <a:t>e.g. clustering, representation learning</a:t>
            </a:r>
          </a:p>
          <a:p>
            <a:pPr lvl="1"/>
            <a:r>
              <a:rPr lang="en-GB" dirty="0"/>
              <a:t>Useful for finding groups of patients</a:t>
            </a:r>
          </a:p>
          <a:p>
            <a:pPr lvl="1"/>
            <a:r>
              <a:rPr lang="en-GB" b="1" dirty="0"/>
              <a:t>This is the “discovery” part</a:t>
            </a:r>
            <a:endParaRPr lang="en-GB" dirty="0"/>
          </a:p>
          <a:p>
            <a:pPr lvl="1"/>
            <a:endParaRPr lang="en-GB" b="1" dirty="0"/>
          </a:p>
          <a:p>
            <a:r>
              <a:rPr lang="en-GB" dirty="0"/>
              <a:t>Supervised ML</a:t>
            </a:r>
          </a:p>
          <a:p>
            <a:pPr lvl="1"/>
            <a:r>
              <a:rPr lang="en-GB" dirty="0"/>
              <a:t>When we have potential distinct groups, how can we use data to build a test to classify them?</a:t>
            </a:r>
          </a:p>
          <a:p>
            <a:pPr lvl="1"/>
            <a:r>
              <a:rPr lang="en-GB" dirty="0"/>
              <a:t>e.g. given an </a:t>
            </a:r>
            <a:r>
              <a:rPr lang="en-GB" dirty="0" err="1"/>
              <a:t>RNAseq</a:t>
            </a:r>
            <a:r>
              <a:rPr lang="en-GB" dirty="0"/>
              <a:t> array, how do we tell which cancer subtype a patient is?</a:t>
            </a:r>
          </a:p>
        </p:txBody>
      </p:sp>
      <p:sp>
        <p:nvSpPr>
          <p:cNvPr id="4" name="Date Placeholder 3">
            <a:extLst>
              <a:ext uri="{FF2B5EF4-FFF2-40B4-BE49-F238E27FC236}">
                <a16:creationId xmlns:a16="http://schemas.microsoft.com/office/drawing/2014/main" id="{0113FF7B-EB2E-5DEA-4004-32C9EF01FE51}"/>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F62AC3D9-9E6F-BF83-FB96-9302976A03F7}"/>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EDD4601-AE0B-9162-353A-E94A161C1B8D}"/>
              </a:ext>
            </a:extLst>
          </p:cNvPr>
          <p:cNvSpPr>
            <a:spLocks noGrp="1"/>
          </p:cNvSpPr>
          <p:nvPr>
            <p:ph type="sldNum" sz="quarter" idx="12"/>
          </p:nvPr>
        </p:nvSpPr>
        <p:spPr/>
        <p:txBody>
          <a:bodyPr/>
          <a:lstStyle/>
          <a:p>
            <a:fld id="{E7D906D2-95E0-1F43-A885-1A6CB9387C09}" type="slidenum">
              <a:rPr lang="en-GB" smtClean="0"/>
              <a:pPr/>
              <a:t>22</a:t>
            </a:fld>
            <a:endParaRPr lang="en-GB" dirty="0"/>
          </a:p>
        </p:txBody>
      </p:sp>
    </p:spTree>
    <p:extLst>
      <p:ext uri="{BB962C8B-B14F-4D97-AF65-F5344CB8AC3E}">
        <p14:creationId xmlns:p14="http://schemas.microsoft.com/office/powerpoint/2010/main" val="1305522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08C3-FFC1-B2A6-24FC-92A460A2C0B4}"/>
              </a:ext>
            </a:extLst>
          </p:cNvPr>
          <p:cNvSpPr>
            <a:spLocks noGrp="1"/>
          </p:cNvSpPr>
          <p:nvPr>
            <p:ph type="title"/>
          </p:nvPr>
        </p:nvSpPr>
        <p:spPr/>
        <p:txBody>
          <a:bodyPr/>
          <a:lstStyle/>
          <a:p>
            <a:r>
              <a:rPr lang="en-GB" dirty="0"/>
              <a:t>Clustering</a:t>
            </a:r>
          </a:p>
        </p:txBody>
      </p:sp>
      <p:sp>
        <p:nvSpPr>
          <p:cNvPr id="3" name="Content Placeholder 2">
            <a:extLst>
              <a:ext uri="{FF2B5EF4-FFF2-40B4-BE49-F238E27FC236}">
                <a16:creationId xmlns:a16="http://schemas.microsoft.com/office/drawing/2014/main" id="{46A04341-0A35-F612-A7D5-BEA31995FA5C}"/>
              </a:ext>
            </a:extLst>
          </p:cNvPr>
          <p:cNvSpPr>
            <a:spLocks noGrp="1"/>
          </p:cNvSpPr>
          <p:nvPr>
            <p:ph idx="1"/>
          </p:nvPr>
        </p:nvSpPr>
        <p:spPr>
          <a:xfrm>
            <a:off x="308394" y="1825625"/>
            <a:ext cx="6536544" cy="4351338"/>
          </a:xfrm>
        </p:spPr>
        <p:txBody>
          <a:bodyPr>
            <a:normAutofit fontScale="92500" lnSpcReduction="10000"/>
          </a:bodyPr>
          <a:lstStyle/>
          <a:p>
            <a:r>
              <a:rPr lang="en-GB" dirty="0"/>
              <a:t>Unsupervised machine learning</a:t>
            </a:r>
          </a:p>
          <a:p>
            <a:r>
              <a:rPr lang="en-GB" dirty="0"/>
              <a:t>Can we find separate groups in our data, such that the elements of a group are more similar to each other than to other groups?</a:t>
            </a:r>
          </a:p>
          <a:p>
            <a:r>
              <a:rPr lang="en-GB" dirty="0"/>
              <a:t>Many different types of clustering, useful in different situations</a:t>
            </a:r>
          </a:p>
          <a:p>
            <a:pPr lvl="1"/>
            <a:r>
              <a:rPr lang="en-GB" dirty="0"/>
              <a:t>Hierarchical</a:t>
            </a:r>
          </a:p>
          <a:p>
            <a:pPr lvl="1"/>
            <a:r>
              <a:rPr lang="en-GB" dirty="0" err="1"/>
              <a:t>KMeans</a:t>
            </a:r>
            <a:endParaRPr lang="en-GB" dirty="0"/>
          </a:p>
          <a:p>
            <a:pPr lvl="1"/>
            <a:r>
              <a:rPr lang="en-GB" dirty="0"/>
              <a:t>Spectral Clustering</a:t>
            </a:r>
          </a:p>
          <a:p>
            <a:pPr lvl="1"/>
            <a:r>
              <a:rPr lang="en-GB" dirty="0"/>
              <a:t>etc</a:t>
            </a:r>
          </a:p>
          <a:p>
            <a:r>
              <a:rPr lang="en-GB" dirty="0"/>
              <a:t>More information here: </a:t>
            </a:r>
            <a:r>
              <a:rPr lang="en-GB" dirty="0">
                <a:hlinkClick r:id="rId2"/>
              </a:rPr>
              <a:t>https://scikit-learn.org/stable/modules/clustering.html</a:t>
            </a:r>
            <a:r>
              <a:rPr lang="en-GB" dirty="0"/>
              <a:t> </a:t>
            </a:r>
          </a:p>
          <a:p>
            <a:pPr lvl="1"/>
            <a:endParaRPr lang="en-GB" dirty="0"/>
          </a:p>
        </p:txBody>
      </p:sp>
      <p:sp>
        <p:nvSpPr>
          <p:cNvPr id="4" name="Date Placeholder 3">
            <a:extLst>
              <a:ext uri="{FF2B5EF4-FFF2-40B4-BE49-F238E27FC236}">
                <a16:creationId xmlns:a16="http://schemas.microsoft.com/office/drawing/2014/main" id="{667064CD-E2BB-F89B-F322-C3F3B453C64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391E665E-77EA-840B-7FF4-F9050C50F33F}"/>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C805158B-B21D-D64E-788B-953BB7E1A635}"/>
              </a:ext>
            </a:extLst>
          </p:cNvPr>
          <p:cNvSpPr>
            <a:spLocks noGrp="1"/>
          </p:cNvSpPr>
          <p:nvPr>
            <p:ph type="sldNum" sz="quarter" idx="12"/>
          </p:nvPr>
        </p:nvSpPr>
        <p:spPr/>
        <p:txBody>
          <a:bodyPr/>
          <a:lstStyle/>
          <a:p>
            <a:fld id="{E7D906D2-95E0-1F43-A885-1A6CB9387C09}" type="slidenum">
              <a:rPr lang="en-GB" smtClean="0"/>
              <a:pPr/>
              <a:t>23</a:t>
            </a:fld>
            <a:endParaRPr lang="en-GB" dirty="0"/>
          </a:p>
        </p:txBody>
      </p:sp>
      <p:pic>
        <p:nvPicPr>
          <p:cNvPr id="8" name="Picture 7" descr="A blue dots on a white background&#10;&#10;AI-generated content may be incorrect.">
            <a:extLst>
              <a:ext uri="{FF2B5EF4-FFF2-40B4-BE49-F238E27FC236}">
                <a16:creationId xmlns:a16="http://schemas.microsoft.com/office/drawing/2014/main" id="{B7301A0C-A7B8-524D-7600-9751837F549F}"/>
              </a:ext>
            </a:extLst>
          </p:cNvPr>
          <p:cNvPicPr>
            <a:picLocks noChangeAspect="1"/>
          </p:cNvPicPr>
          <p:nvPr/>
        </p:nvPicPr>
        <p:blipFill>
          <a:blip r:embed="rId3"/>
          <a:stretch>
            <a:fillRect/>
          </a:stretch>
        </p:blipFill>
        <p:spPr>
          <a:xfrm>
            <a:off x="7470803" y="305118"/>
            <a:ext cx="3713983" cy="2771140"/>
          </a:xfrm>
          <a:prstGeom prst="rect">
            <a:avLst/>
          </a:prstGeom>
        </p:spPr>
      </p:pic>
      <p:pic>
        <p:nvPicPr>
          <p:cNvPr id="10" name="Picture 9" descr="A diagram of different colored dots&#10;&#10;AI-generated content may be incorrect.">
            <a:extLst>
              <a:ext uri="{FF2B5EF4-FFF2-40B4-BE49-F238E27FC236}">
                <a16:creationId xmlns:a16="http://schemas.microsoft.com/office/drawing/2014/main" id="{C2DF7859-A2A8-173F-C70C-94EF9F9CBA79}"/>
              </a:ext>
            </a:extLst>
          </p:cNvPr>
          <p:cNvPicPr>
            <a:picLocks noChangeAspect="1"/>
          </p:cNvPicPr>
          <p:nvPr/>
        </p:nvPicPr>
        <p:blipFill>
          <a:blip r:embed="rId4"/>
          <a:stretch>
            <a:fillRect/>
          </a:stretch>
        </p:blipFill>
        <p:spPr>
          <a:xfrm>
            <a:off x="7470803" y="3275218"/>
            <a:ext cx="3715136" cy="2772000"/>
          </a:xfrm>
          <a:prstGeom prst="rect">
            <a:avLst/>
          </a:prstGeom>
        </p:spPr>
      </p:pic>
    </p:spTree>
    <p:extLst>
      <p:ext uri="{BB962C8B-B14F-4D97-AF65-F5344CB8AC3E}">
        <p14:creationId xmlns:p14="http://schemas.microsoft.com/office/powerpoint/2010/main" val="299944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7467-93AC-44D0-6DEB-88E4356425E9}"/>
              </a:ext>
            </a:extLst>
          </p:cNvPr>
          <p:cNvSpPr>
            <a:spLocks noGrp="1"/>
          </p:cNvSpPr>
          <p:nvPr>
            <p:ph type="title"/>
          </p:nvPr>
        </p:nvSpPr>
        <p:spPr/>
        <p:txBody>
          <a:bodyPr/>
          <a:lstStyle/>
          <a:p>
            <a:r>
              <a:rPr lang="en-GB" dirty="0"/>
              <a:t>Dimensionality Reduction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8E693E-40E7-DA24-22B0-CBE31F876AA1}"/>
                  </a:ext>
                </a:extLst>
              </p:cNvPr>
              <p:cNvSpPr>
                <a:spLocks noGrp="1"/>
              </p:cNvSpPr>
              <p:nvPr>
                <p:ph idx="1"/>
              </p:nvPr>
            </p:nvSpPr>
            <p:spPr/>
            <p:txBody>
              <a:bodyPr>
                <a:normAutofit fontScale="85000" lnSpcReduction="20000"/>
              </a:bodyPr>
              <a:lstStyle/>
              <a:p>
                <a:r>
                  <a:rPr lang="en-GB" dirty="0"/>
                  <a:t>Biological data is generally very noisy, and we often have more components to the data than we have independent samples</a:t>
                </a:r>
              </a:p>
              <a:p>
                <a:pPr lvl="1"/>
                <a:r>
                  <a:rPr lang="en-GB" dirty="0"/>
                  <a:t>This is called the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m:t>
                    </m:r>
                    <m:r>
                      <a:rPr lang="en-GB" b="0" i="1" smtClean="0">
                        <a:latin typeface="Cambria Math" panose="02040503050406030204" pitchFamily="18" charset="0"/>
                      </a:rPr>
                      <m:t>𝑁</m:t>
                    </m:r>
                  </m:oMath>
                </a14:m>
                <a:r>
                  <a:rPr lang="en-GB" dirty="0"/>
                  <a:t> problem</a:t>
                </a:r>
              </a:p>
              <a:p>
                <a:pPr lvl="1"/>
                <a:r>
                  <a:rPr lang="en-GB" dirty="0"/>
                  <a:t>e.g. in </a:t>
                </a:r>
                <a:r>
                  <a:rPr lang="en-GB" dirty="0" err="1"/>
                  <a:t>RNAseq</a:t>
                </a:r>
                <a:r>
                  <a:rPr lang="en-GB" dirty="0"/>
                  <a:t>, we might have measurements for ~30,000 genes, but most cohorts are only around ~100-1000 patients</a:t>
                </a:r>
              </a:p>
              <a:p>
                <a:pPr lvl="1"/>
                <a:endParaRPr lang="en-GB" dirty="0"/>
              </a:p>
              <a:p>
                <a:r>
                  <a:rPr lang="en-GB" dirty="0"/>
                  <a:t>This is a very challenging domain for machine learning algorithms</a:t>
                </a:r>
              </a:p>
              <a:p>
                <a:pPr lvl="1"/>
                <a:r>
                  <a:rPr lang="en-GB" dirty="0"/>
                  <a:t>Data constrains ML models, which are generally very expressive</a:t>
                </a:r>
              </a:p>
              <a:p>
                <a:pPr lvl="1"/>
                <a:r>
                  <a:rPr lang="en-GB" dirty="0"/>
                  <a:t>With little data, </a:t>
                </a:r>
                <a:r>
                  <a:rPr lang="en-GB" b="1" dirty="0"/>
                  <a:t>overfitting </a:t>
                </a:r>
                <a:r>
                  <a:rPr lang="en-GB" dirty="0"/>
                  <a:t>becomes a big concern</a:t>
                </a:r>
              </a:p>
              <a:p>
                <a:pPr lvl="1"/>
                <a:r>
                  <a:rPr lang="en-GB" dirty="0"/>
                  <a:t>The model ends up fitting noise in the data, rather than actual trends</a:t>
                </a:r>
              </a:p>
              <a:p>
                <a:pPr lvl="1"/>
                <a:endParaRPr lang="en-GB" dirty="0"/>
              </a:p>
              <a:p>
                <a:r>
                  <a:rPr lang="en-GB" dirty="0"/>
                  <a:t>Solutions to this problem: </a:t>
                </a:r>
              </a:p>
              <a:p>
                <a:pPr lvl="1"/>
                <a:r>
                  <a:rPr lang="en-GB" dirty="0"/>
                  <a:t>Careful validation in other datasets</a:t>
                </a:r>
              </a:p>
              <a:p>
                <a:pPr lvl="1"/>
                <a:r>
                  <a:rPr lang="en-GB" dirty="0"/>
                  <a:t>Dimensionality reduction</a:t>
                </a:r>
              </a:p>
              <a:p>
                <a:pPr lvl="1"/>
                <a:endParaRPr lang="en-GB" dirty="0"/>
              </a:p>
            </p:txBody>
          </p:sp>
        </mc:Choice>
        <mc:Fallback xmlns="">
          <p:sp>
            <p:nvSpPr>
              <p:cNvPr id="3" name="Content Placeholder 2">
                <a:extLst>
                  <a:ext uri="{FF2B5EF4-FFF2-40B4-BE49-F238E27FC236}">
                    <a16:creationId xmlns:a16="http://schemas.microsoft.com/office/drawing/2014/main" id="{2F8E693E-40E7-DA24-22B0-CBE31F876AA1}"/>
                  </a:ext>
                </a:extLst>
              </p:cNvPr>
              <p:cNvSpPr>
                <a:spLocks noGrp="1" noRot="1" noChangeAspect="1" noMove="1" noResize="1" noEditPoints="1" noAdjustHandles="1" noChangeArrowheads="1" noChangeShapeType="1" noTextEdit="1"/>
              </p:cNvSpPr>
              <p:nvPr>
                <p:ph idx="1"/>
              </p:nvPr>
            </p:nvSpPr>
            <p:spPr>
              <a:blipFill>
                <a:blip r:embed="rId2"/>
                <a:stretch>
                  <a:fillRect l="-804" t="-3198" r="-1378"/>
                </a:stretch>
              </a:blipFill>
            </p:spPr>
            <p:txBody>
              <a:bodyPr/>
              <a:lstStyle/>
              <a:p>
                <a:r>
                  <a:rPr lang="en-GB">
                    <a:noFill/>
                  </a:rPr>
                  <a:t> </a:t>
                </a:r>
              </a:p>
            </p:txBody>
          </p:sp>
        </mc:Fallback>
      </mc:AlternateContent>
      <p:sp>
        <p:nvSpPr>
          <p:cNvPr id="4" name="Date Placeholder 3">
            <a:extLst>
              <a:ext uri="{FF2B5EF4-FFF2-40B4-BE49-F238E27FC236}">
                <a16:creationId xmlns:a16="http://schemas.microsoft.com/office/drawing/2014/main" id="{2AE1BB00-7F9C-8F0B-9B27-02D82E7B6BC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32AAD9D0-1255-4E40-DF3C-E5380A5722C2}"/>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CB066B1A-B90F-98CB-39C6-E414712EB710}"/>
              </a:ext>
            </a:extLst>
          </p:cNvPr>
          <p:cNvSpPr>
            <a:spLocks noGrp="1"/>
          </p:cNvSpPr>
          <p:nvPr>
            <p:ph type="sldNum" sz="quarter" idx="12"/>
          </p:nvPr>
        </p:nvSpPr>
        <p:spPr/>
        <p:txBody>
          <a:bodyPr/>
          <a:lstStyle/>
          <a:p>
            <a:fld id="{E7D906D2-95E0-1F43-A885-1A6CB9387C09}" type="slidenum">
              <a:rPr lang="en-GB" smtClean="0"/>
              <a:pPr/>
              <a:t>24</a:t>
            </a:fld>
            <a:endParaRPr lang="en-GB" dirty="0"/>
          </a:p>
        </p:txBody>
      </p:sp>
    </p:spTree>
    <p:extLst>
      <p:ext uri="{BB962C8B-B14F-4D97-AF65-F5344CB8AC3E}">
        <p14:creationId xmlns:p14="http://schemas.microsoft.com/office/powerpoint/2010/main" val="3370201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864A3-C15D-955C-CACC-2A996DE9B354}"/>
              </a:ext>
            </a:extLst>
          </p:cNvPr>
          <p:cNvSpPr>
            <a:spLocks noGrp="1"/>
          </p:cNvSpPr>
          <p:nvPr>
            <p:ph type="title"/>
          </p:nvPr>
        </p:nvSpPr>
        <p:spPr/>
        <p:txBody>
          <a:bodyPr/>
          <a:lstStyle/>
          <a:p>
            <a:r>
              <a:rPr lang="en-GB" dirty="0"/>
              <a:t>Dimensionality Reduction</a:t>
            </a:r>
          </a:p>
        </p:txBody>
      </p:sp>
      <p:sp>
        <p:nvSpPr>
          <p:cNvPr id="3" name="Content Placeholder 2">
            <a:extLst>
              <a:ext uri="{FF2B5EF4-FFF2-40B4-BE49-F238E27FC236}">
                <a16:creationId xmlns:a16="http://schemas.microsoft.com/office/drawing/2014/main" id="{12855E59-BF9D-69CB-9149-CDF47FE6D5E0}"/>
              </a:ext>
            </a:extLst>
          </p:cNvPr>
          <p:cNvSpPr>
            <a:spLocks noGrp="1"/>
          </p:cNvSpPr>
          <p:nvPr>
            <p:ph idx="1"/>
          </p:nvPr>
        </p:nvSpPr>
        <p:spPr/>
        <p:txBody>
          <a:bodyPr/>
          <a:lstStyle/>
          <a:p>
            <a:r>
              <a:rPr lang="en-GB" dirty="0"/>
              <a:t>This is probably the most important task in biomarker discovery</a:t>
            </a:r>
          </a:p>
          <a:p>
            <a:r>
              <a:rPr lang="en-GB" dirty="0"/>
              <a:t>How can we reduce our dataset with many features, to one with fewer features, but that still captures the same science/trends/behaviour?</a:t>
            </a:r>
          </a:p>
          <a:p>
            <a:r>
              <a:rPr lang="en-GB" dirty="0"/>
              <a:t>Potential approaches:</a:t>
            </a:r>
          </a:p>
          <a:p>
            <a:pPr lvl="1"/>
            <a:r>
              <a:rPr lang="en-GB" dirty="0"/>
              <a:t>Remove or combine features based on known biology (e.g. pathways)</a:t>
            </a:r>
          </a:p>
          <a:p>
            <a:pPr lvl="1"/>
            <a:r>
              <a:rPr lang="en-GB" dirty="0"/>
              <a:t>Remove features that are not in any way correlated with the outcome we care about</a:t>
            </a:r>
          </a:p>
          <a:p>
            <a:pPr lvl="1"/>
            <a:r>
              <a:rPr lang="en-GB" dirty="0"/>
              <a:t>Choose ML algorithms that include feature selection as part of how they work</a:t>
            </a:r>
          </a:p>
        </p:txBody>
      </p:sp>
      <p:sp>
        <p:nvSpPr>
          <p:cNvPr id="4" name="Date Placeholder 3">
            <a:extLst>
              <a:ext uri="{FF2B5EF4-FFF2-40B4-BE49-F238E27FC236}">
                <a16:creationId xmlns:a16="http://schemas.microsoft.com/office/drawing/2014/main" id="{74D83654-C34F-71CC-6815-F02B67FBC37C}"/>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2FF659F1-D6A6-4827-04D5-B3F928F1ABE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6FA3D57-248F-ECAC-98DA-D9F57AE83E4B}"/>
              </a:ext>
            </a:extLst>
          </p:cNvPr>
          <p:cNvSpPr>
            <a:spLocks noGrp="1"/>
          </p:cNvSpPr>
          <p:nvPr>
            <p:ph type="sldNum" sz="quarter" idx="12"/>
          </p:nvPr>
        </p:nvSpPr>
        <p:spPr/>
        <p:txBody>
          <a:bodyPr/>
          <a:lstStyle/>
          <a:p>
            <a:fld id="{E7D906D2-95E0-1F43-A885-1A6CB9387C09}" type="slidenum">
              <a:rPr lang="en-GB" smtClean="0"/>
              <a:pPr/>
              <a:t>25</a:t>
            </a:fld>
            <a:endParaRPr lang="en-GB" dirty="0"/>
          </a:p>
        </p:txBody>
      </p:sp>
    </p:spTree>
    <p:extLst>
      <p:ext uri="{BB962C8B-B14F-4D97-AF65-F5344CB8AC3E}">
        <p14:creationId xmlns:p14="http://schemas.microsoft.com/office/powerpoint/2010/main" val="4180596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C7CF-398F-659C-019C-C61CB590AE0F}"/>
              </a:ext>
            </a:extLst>
          </p:cNvPr>
          <p:cNvSpPr>
            <a:spLocks noGrp="1"/>
          </p:cNvSpPr>
          <p:nvPr>
            <p:ph type="title"/>
          </p:nvPr>
        </p:nvSpPr>
        <p:spPr/>
        <p:txBody>
          <a:bodyPr/>
          <a:lstStyle/>
          <a:p>
            <a:r>
              <a:rPr lang="en-GB" dirty="0"/>
              <a:t>UMAP</a:t>
            </a:r>
          </a:p>
        </p:txBody>
      </p:sp>
      <p:sp>
        <p:nvSpPr>
          <p:cNvPr id="3" name="Content Placeholder 2">
            <a:extLst>
              <a:ext uri="{FF2B5EF4-FFF2-40B4-BE49-F238E27FC236}">
                <a16:creationId xmlns:a16="http://schemas.microsoft.com/office/drawing/2014/main" id="{6800262C-5F89-8839-F5BD-F7D8B368149F}"/>
              </a:ext>
            </a:extLst>
          </p:cNvPr>
          <p:cNvSpPr>
            <a:spLocks noGrp="1"/>
          </p:cNvSpPr>
          <p:nvPr>
            <p:ph idx="1"/>
          </p:nvPr>
        </p:nvSpPr>
        <p:spPr>
          <a:xfrm>
            <a:off x="308394" y="1825625"/>
            <a:ext cx="11045406" cy="4351338"/>
          </a:xfrm>
        </p:spPr>
        <p:txBody>
          <a:bodyPr>
            <a:normAutofit/>
          </a:bodyPr>
          <a:lstStyle/>
          <a:p>
            <a:r>
              <a:rPr lang="en-GB" dirty="0"/>
              <a:t>UMAP = Uniform Manifold Approximation and Projection</a:t>
            </a:r>
          </a:p>
          <a:p>
            <a:r>
              <a:rPr lang="en-GB" dirty="0"/>
              <a:t>This is an unsupervised machine learning technique that is frequently used in dimensionality reduction</a:t>
            </a:r>
          </a:p>
          <a:p>
            <a:endParaRPr lang="en-GB" dirty="0"/>
          </a:p>
          <a:p>
            <a:r>
              <a:rPr lang="en-GB" dirty="0"/>
              <a:t>It attempts to reduce very high-dimensional data to lower-D (usually 2D), whilst maintaining both local and global structure</a:t>
            </a:r>
          </a:p>
          <a:p>
            <a:r>
              <a:rPr lang="en-GB" dirty="0"/>
              <a:t>Good for dimensionality reduction and visualisation: to try to understand what your data is telling you</a:t>
            </a:r>
          </a:p>
        </p:txBody>
      </p:sp>
      <p:sp>
        <p:nvSpPr>
          <p:cNvPr id="4" name="Date Placeholder 3">
            <a:extLst>
              <a:ext uri="{FF2B5EF4-FFF2-40B4-BE49-F238E27FC236}">
                <a16:creationId xmlns:a16="http://schemas.microsoft.com/office/drawing/2014/main" id="{2D1C199F-A75C-9D96-387D-6C7F97A75120}"/>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25F20763-8358-5FDF-68D5-2DF7A10AC466}"/>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7FEEDAA-1FAB-7480-9A3B-DE7F450180AA}"/>
              </a:ext>
            </a:extLst>
          </p:cNvPr>
          <p:cNvSpPr>
            <a:spLocks noGrp="1"/>
          </p:cNvSpPr>
          <p:nvPr>
            <p:ph type="sldNum" sz="quarter" idx="12"/>
          </p:nvPr>
        </p:nvSpPr>
        <p:spPr/>
        <p:txBody>
          <a:bodyPr/>
          <a:lstStyle/>
          <a:p>
            <a:fld id="{E7D906D2-95E0-1F43-A885-1A6CB9387C09}" type="slidenum">
              <a:rPr lang="en-GB" smtClean="0"/>
              <a:pPr/>
              <a:t>26</a:t>
            </a:fld>
            <a:endParaRPr lang="en-GB" dirty="0"/>
          </a:p>
        </p:txBody>
      </p:sp>
    </p:spTree>
    <p:extLst>
      <p:ext uri="{BB962C8B-B14F-4D97-AF65-F5344CB8AC3E}">
        <p14:creationId xmlns:p14="http://schemas.microsoft.com/office/powerpoint/2010/main" val="1063613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keleton of an elephant&#10;&#10;AI-generated content may be incorrect.">
            <a:extLst>
              <a:ext uri="{FF2B5EF4-FFF2-40B4-BE49-F238E27FC236}">
                <a16:creationId xmlns:a16="http://schemas.microsoft.com/office/drawing/2014/main" id="{FAA1411E-69BF-1FBD-A2AA-549B1738A1AF}"/>
              </a:ext>
            </a:extLst>
          </p:cNvPr>
          <p:cNvPicPr>
            <a:picLocks noChangeAspect="1"/>
          </p:cNvPicPr>
          <p:nvPr/>
        </p:nvPicPr>
        <p:blipFill>
          <a:blip r:embed="rId2"/>
          <a:stretch>
            <a:fillRect/>
          </a:stretch>
        </p:blipFill>
        <p:spPr>
          <a:xfrm>
            <a:off x="84056" y="1474509"/>
            <a:ext cx="5374064" cy="5374064"/>
          </a:xfrm>
          <a:prstGeom prst="rect">
            <a:avLst/>
          </a:prstGeom>
        </p:spPr>
      </p:pic>
      <p:sp>
        <p:nvSpPr>
          <p:cNvPr id="2" name="Title 1">
            <a:extLst>
              <a:ext uri="{FF2B5EF4-FFF2-40B4-BE49-F238E27FC236}">
                <a16:creationId xmlns:a16="http://schemas.microsoft.com/office/drawing/2014/main" id="{F1A682F2-596C-4ABB-4237-159FD0180B88}"/>
              </a:ext>
            </a:extLst>
          </p:cNvPr>
          <p:cNvSpPr>
            <a:spLocks noGrp="1"/>
          </p:cNvSpPr>
          <p:nvPr>
            <p:ph type="title"/>
          </p:nvPr>
        </p:nvSpPr>
        <p:spPr/>
        <p:txBody>
          <a:bodyPr/>
          <a:lstStyle/>
          <a:p>
            <a:r>
              <a:rPr lang="en-GB" dirty="0"/>
              <a:t>UMAP</a:t>
            </a:r>
          </a:p>
        </p:txBody>
      </p:sp>
      <p:sp>
        <p:nvSpPr>
          <p:cNvPr id="4" name="Date Placeholder 3">
            <a:extLst>
              <a:ext uri="{FF2B5EF4-FFF2-40B4-BE49-F238E27FC236}">
                <a16:creationId xmlns:a16="http://schemas.microsoft.com/office/drawing/2014/main" id="{FF9A0B80-4668-1BB8-DBB7-86947BCF7DF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496CCE3-7C60-9493-115E-36EBB14175F5}"/>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E5C8D5EF-5438-E56D-587A-02379D0A44CB}"/>
              </a:ext>
            </a:extLst>
          </p:cNvPr>
          <p:cNvSpPr>
            <a:spLocks noGrp="1"/>
          </p:cNvSpPr>
          <p:nvPr>
            <p:ph type="sldNum" sz="quarter" idx="12"/>
          </p:nvPr>
        </p:nvSpPr>
        <p:spPr/>
        <p:txBody>
          <a:bodyPr/>
          <a:lstStyle/>
          <a:p>
            <a:fld id="{E7D906D2-95E0-1F43-A885-1A6CB9387C09}" type="slidenum">
              <a:rPr lang="en-GB" smtClean="0"/>
              <a:pPr/>
              <a:t>27</a:t>
            </a:fld>
            <a:endParaRPr lang="en-GB" dirty="0"/>
          </a:p>
        </p:txBody>
      </p:sp>
      <p:pic>
        <p:nvPicPr>
          <p:cNvPr id="12" name="Picture 11">
            <a:extLst>
              <a:ext uri="{FF2B5EF4-FFF2-40B4-BE49-F238E27FC236}">
                <a16:creationId xmlns:a16="http://schemas.microsoft.com/office/drawing/2014/main" id="{682A4943-42A5-AD79-299E-6F5858FED517}"/>
              </a:ext>
            </a:extLst>
          </p:cNvPr>
          <p:cNvPicPr>
            <a:picLocks noChangeAspect="1"/>
          </p:cNvPicPr>
          <p:nvPr/>
        </p:nvPicPr>
        <p:blipFill>
          <a:blip r:embed="rId3"/>
          <a:stretch>
            <a:fillRect/>
          </a:stretch>
        </p:blipFill>
        <p:spPr>
          <a:xfrm>
            <a:off x="5694968" y="1118810"/>
            <a:ext cx="5374065" cy="5374065"/>
          </a:xfrm>
          <a:prstGeom prst="rect">
            <a:avLst/>
          </a:prstGeom>
        </p:spPr>
      </p:pic>
      <p:sp>
        <p:nvSpPr>
          <p:cNvPr id="13" name="TextBox 12">
            <a:extLst>
              <a:ext uri="{FF2B5EF4-FFF2-40B4-BE49-F238E27FC236}">
                <a16:creationId xmlns:a16="http://schemas.microsoft.com/office/drawing/2014/main" id="{2CAE9B14-BB6F-119A-9EAA-74F8805D16EE}"/>
              </a:ext>
            </a:extLst>
          </p:cNvPr>
          <p:cNvSpPr txBox="1"/>
          <p:nvPr/>
        </p:nvSpPr>
        <p:spPr>
          <a:xfrm>
            <a:off x="4675695" y="263951"/>
            <a:ext cx="5561814" cy="646331"/>
          </a:xfrm>
          <a:prstGeom prst="rect">
            <a:avLst/>
          </a:prstGeom>
          <a:noFill/>
        </p:spPr>
        <p:txBody>
          <a:bodyPr wrap="square" rtlCol="0">
            <a:spAutoFit/>
          </a:bodyPr>
          <a:lstStyle/>
          <a:p>
            <a:r>
              <a:rPr lang="en-GB" dirty="0"/>
              <a:t>Example from: </a:t>
            </a:r>
            <a:r>
              <a:rPr lang="en-GB" dirty="0">
                <a:hlinkClick r:id="rId4"/>
              </a:rPr>
              <a:t>https://github.com/MNoichl/UMAP-examples-mammoth</a:t>
            </a:r>
            <a:r>
              <a:rPr lang="en-GB" dirty="0"/>
              <a:t> </a:t>
            </a:r>
          </a:p>
        </p:txBody>
      </p:sp>
    </p:spTree>
    <p:extLst>
      <p:ext uri="{BB962C8B-B14F-4D97-AF65-F5344CB8AC3E}">
        <p14:creationId xmlns:p14="http://schemas.microsoft.com/office/powerpoint/2010/main" val="536191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BE195-5BF7-B127-2BF2-7C3921096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3F1C2-37BE-12D9-1594-CCA5F54D262C}"/>
              </a:ext>
            </a:extLst>
          </p:cNvPr>
          <p:cNvSpPr>
            <a:spLocks noGrp="1"/>
          </p:cNvSpPr>
          <p:nvPr>
            <p:ph type="title"/>
          </p:nvPr>
        </p:nvSpPr>
        <p:spPr/>
        <p:txBody>
          <a:bodyPr/>
          <a:lstStyle/>
          <a:p>
            <a:r>
              <a:rPr lang="en-GB" dirty="0"/>
              <a:t>UMAP for single-cell</a:t>
            </a:r>
          </a:p>
        </p:txBody>
      </p:sp>
      <p:sp>
        <p:nvSpPr>
          <p:cNvPr id="4" name="Date Placeholder 3">
            <a:extLst>
              <a:ext uri="{FF2B5EF4-FFF2-40B4-BE49-F238E27FC236}">
                <a16:creationId xmlns:a16="http://schemas.microsoft.com/office/drawing/2014/main" id="{644DA573-132C-8DDE-AA05-EE1B0A96C596}"/>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F427E031-580D-1A14-8062-94742F17C0D3}"/>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5D5019E-A682-6974-0395-B26E6CBCE8AB}"/>
              </a:ext>
            </a:extLst>
          </p:cNvPr>
          <p:cNvSpPr>
            <a:spLocks noGrp="1"/>
          </p:cNvSpPr>
          <p:nvPr>
            <p:ph type="sldNum" sz="quarter" idx="12"/>
          </p:nvPr>
        </p:nvSpPr>
        <p:spPr/>
        <p:txBody>
          <a:bodyPr/>
          <a:lstStyle/>
          <a:p>
            <a:fld id="{E7D906D2-95E0-1F43-A885-1A6CB9387C09}" type="slidenum">
              <a:rPr lang="en-GB" smtClean="0"/>
              <a:pPr/>
              <a:t>28</a:t>
            </a:fld>
            <a:endParaRPr lang="en-GB" dirty="0"/>
          </a:p>
        </p:txBody>
      </p:sp>
      <p:sp>
        <p:nvSpPr>
          <p:cNvPr id="7" name="TextBox 6">
            <a:extLst>
              <a:ext uri="{FF2B5EF4-FFF2-40B4-BE49-F238E27FC236}">
                <a16:creationId xmlns:a16="http://schemas.microsoft.com/office/drawing/2014/main" id="{71F40F50-096C-C702-8D91-842EC1FDFDF1}"/>
              </a:ext>
            </a:extLst>
          </p:cNvPr>
          <p:cNvSpPr txBox="1"/>
          <p:nvPr/>
        </p:nvSpPr>
        <p:spPr>
          <a:xfrm>
            <a:off x="5330858" y="365125"/>
            <a:ext cx="6099142" cy="738664"/>
          </a:xfrm>
          <a:prstGeom prst="rect">
            <a:avLst/>
          </a:prstGeom>
          <a:noFill/>
        </p:spPr>
        <p:txBody>
          <a:bodyPr wrap="square">
            <a:spAutoFit/>
          </a:bodyPr>
          <a:lstStyle/>
          <a:p>
            <a:r>
              <a:rPr lang="en-GB" sz="1400" b="0" i="0" dirty="0">
                <a:solidFill>
                  <a:srgbClr val="222222"/>
                </a:solidFill>
                <a:effectLst/>
                <a:latin typeface="-apple-system"/>
              </a:rPr>
              <a:t>Becht, E., McInnes, L., Healy, J. </a:t>
            </a:r>
            <a:r>
              <a:rPr lang="en-GB" sz="1400" b="0" i="1" dirty="0">
                <a:solidFill>
                  <a:srgbClr val="222222"/>
                </a:solidFill>
                <a:effectLst/>
                <a:latin typeface="-apple-system"/>
              </a:rPr>
              <a:t>et al.</a:t>
            </a:r>
            <a:r>
              <a:rPr lang="en-GB" sz="1400" b="0" i="0" dirty="0">
                <a:solidFill>
                  <a:srgbClr val="222222"/>
                </a:solidFill>
                <a:effectLst/>
                <a:latin typeface="-apple-system"/>
              </a:rPr>
              <a:t> Dimensionality reduction for visualizing single-cell data using UMAP. </a:t>
            </a:r>
            <a:r>
              <a:rPr lang="en-GB" sz="1400" b="0" i="1" dirty="0">
                <a:solidFill>
                  <a:srgbClr val="222222"/>
                </a:solidFill>
                <a:effectLst/>
                <a:latin typeface="-apple-system"/>
              </a:rPr>
              <a:t>Nat </a:t>
            </a:r>
            <a:r>
              <a:rPr lang="en-GB" sz="1400" b="0" i="1" dirty="0" err="1">
                <a:solidFill>
                  <a:srgbClr val="222222"/>
                </a:solidFill>
                <a:effectLst/>
                <a:latin typeface="-apple-system"/>
              </a:rPr>
              <a:t>Biotechnol</a:t>
            </a:r>
            <a:r>
              <a:rPr lang="en-GB" sz="1400" b="0" i="0" dirty="0">
                <a:solidFill>
                  <a:srgbClr val="222222"/>
                </a:solidFill>
                <a:effectLst/>
                <a:latin typeface="-apple-system"/>
              </a:rPr>
              <a:t> </a:t>
            </a:r>
            <a:r>
              <a:rPr lang="en-GB" sz="1400" b="1" i="0" dirty="0">
                <a:solidFill>
                  <a:srgbClr val="222222"/>
                </a:solidFill>
                <a:effectLst/>
                <a:latin typeface="-apple-system"/>
              </a:rPr>
              <a:t>37</a:t>
            </a:r>
            <a:r>
              <a:rPr lang="en-GB" sz="1400" b="0" i="0" dirty="0">
                <a:solidFill>
                  <a:srgbClr val="222222"/>
                </a:solidFill>
                <a:effectLst/>
                <a:latin typeface="-apple-system"/>
              </a:rPr>
              <a:t>, 38–44 (2019). https://</a:t>
            </a:r>
            <a:r>
              <a:rPr lang="en-GB" sz="1400" b="0" i="0" dirty="0" err="1">
                <a:solidFill>
                  <a:srgbClr val="222222"/>
                </a:solidFill>
                <a:effectLst/>
                <a:latin typeface="-apple-system"/>
              </a:rPr>
              <a:t>doi.org</a:t>
            </a:r>
            <a:r>
              <a:rPr lang="en-GB" sz="1400" b="0" i="0" dirty="0">
                <a:solidFill>
                  <a:srgbClr val="222222"/>
                </a:solidFill>
                <a:effectLst/>
                <a:latin typeface="-apple-system"/>
              </a:rPr>
              <a:t>/10.1038/nbt.4314</a:t>
            </a:r>
            <a:endParaRPr lang="en-GB" sz="1400" dirty="0"/>
          </a:p>
        </p:txBody>
      </p:sp>
      <p:pic>
        <p:nvPicPr>
          <p:cNvPr id="9" name="Picture 8" descr="A collage of maps of different colors&#10;&#10;AI-generated content may be incorrect.">
            <a:extLst>
              <a:ext uri="{FF2B5EF4-FFF2-40B4-BE49-F238E27FC236}">
                <a16:creationId xmlns:a16="http://schemas.microsoft.com/office/drawing/2014/main" id="{31F67A7F-43F2-0E8D-C404-5EEAA034C519}"/>
              </a:ext>
            </a:extLst>
          </p:cNvPr>
          <p:cNvPicPr>
            <a:picLocks noChangeAspect="1"/>
          </p:cNvPicPr>
          <p:nvPr/>
        </p:nvPicPr>
        <p:blipFill>
          <a:blip r:embed="rId2"/>
          <a:stretch>
            <a:fillRect/>
          </a:stretch>
        </p:blipFill>
        <p:spPr>
          <a:xfrm>
            <a:off x="2968505" y="1444674"/>
            <a:ext cx="5725181" cy="4911676"/>
          </a:xfrm>
          <a:prstGeom prst="rect">
            <a:avLst/>
          </a:prstGeom>
        </p:spPr>
      </p:pic>
    </p:spTree>
    <p:extLst>
      <p:ext uri="{BB962C8B-B14F-4D97-AF65-F5344CB8AC3E}">
        <p14:creationId xmlns:p14="http://schemas.microsoft.com/office/powerpoint/2010/main" val="1710880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DD7C0-B51D-2978-02B4-32BC7DCAA9EF}"/>
              </a:ext>
            </a:extLst>
          </p:cNvPr>
          <p:cNvSpPr>
            <a:spLocks noGrp="1"/>
          </p:cNvSpPr>
          <p:nvPr>
            <p:ph type="title"/>
          </p:nvPr>
        </p:nvSpPr>
        <p:spPr/>
        <p:txBody>
          <a:bodyPr/>
          <a:lstStyle/>
          <a:p>
            <a:r>
              <a:rPr lang="en-GB" dirty="0"/>
              <a:t>Autoencoders</a:t>
            </a:r>
          </a:p>
        </p:txBody>
      </p:sp>
      <p:sp>
        <p:nvSpPr>
          <p:cNvPr id="3" name="Content Placeholder 2">
            <a:extLst>
              <a:ext uri="{FF2B5EF4-FFF2-40B4-BE49-F238E27FC236}">
                <a16:creationId xmlns:a16="http://schemas.microsoft.com/office/drawing/2014/main" id="{B92E60EF-D885-F7CB-3901-9F008660886E}"/>
              </a:ext>
            </a:extLst>
          </p:cNvPr>
          <p:cNvSpPr>
            <a:spLocks noGrp="1"/>
          </p:cNvSpPr>
          <p:nvPr>
            <p:ph idx="1"/>
          </p:nvPr>
        </p:nvSpPr>
        <p:spPr>
          <a:xfrm>
            <a:off x="308393" y="1825625"/>
            <a:ext cx="6095893" cy="4351338"/>
          </a:xfrm>
        </p:spPr>
        <p:txBody>
          <a:bodyPr/>
          <a:lstStyle/>
          <a:p>
            <a:r>
              <a:rPr lang="en-GB" dirty="0"/>
              <a:t>A very important type of machine learning model is an autoencoder</a:t>
            </a:r>
          </a:p>
          <a:p>
            <a:r>
              <a:rPr lang="en-GB" dirty="0"/>
              <a:t>This tries to compress the input data into a smaller number of features using a bottleneck architecture</a:t>
            </a:r>
          </a:p>
        </p:txBody>
      </p:sp>
      <p:sp>
        <p:nvSpPr>
          <p:cNvPr id="4" name="Date Placeholder 3">
            <a:extLst>
              <a:ext uri="{FF2B5EF4-FFF2-40B4-BE49-F238E27FC236}">
                <a16:creationId xmlns:a16="http://schemas.microsoft.com/office/drawing/2014/main" id="{847643D7-2733-8115-5112-0E7770F6881F}"/>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3574258A-5EEC-56C4-ED30-923407B5FF05}"/>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98B26150-DB64-AF8D-F146-237556589F06}"/>
              </a:ext>
            </a:extLst>
          </p:cNvPr>
          <p:cNvSpPr>
            <a:spLocks noGrp="1"/>
          </p:cNvSpPr>
          <p:nvPr>
            <p:ph type="sldNum" sz="quarter" idx="12"/>
          </p:nvPr>
        </p:nvSpPr>
        <p:spPr/>
        <p:txBody>
          <a:bodyPr/>
          <a:lstStyle/>
          <a:p>
            <a:fld id="{E7D906D2-95E0-1F43-A885-1A6CB9387C09}" type="slidenum">
              <a:rPr lang="en-GB" smtClean="0"/>
              <a:pPr/>
              <a:t>29</a:t>
            </a:fld>
            <a:endParaRPr lang="en-GB" dirty="0"/>
          </a:p>
        </p:txBody>
      </p:sp>
      <p:pic>
        <p:nvPicPr>
          <p:cNvPr id="1026" name="Picture 2" descr="Variational Autoencoders are Beautiful | Blogs">
            <a:extLst>
              <a:ext uri="{FF2B5EF4-FFF2-40B4-BE49-F238E27FC236}">
                <a16:creationId xmlns:a16="http://schemas.microsoft.com/office/drawing/2014/main" id="{89B1502E-0D7C-1779-9FDE-0A03D9E83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4286" y="1234912"/>
            <a:ext cx="5479321" cy="4110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943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74BB-58B8-C908-A3BC-AE988D5BA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F7795-5134-E64A-F32A-DC65E7A00C5A}"/>
              </a:ext>
            </a:extLst>
          </p:cNvPr>
          <p:cNvSpPr>
            <a:spLocks noGrp="1"/>
          </p:cNvSpPr>
          <p:nvPr>
            <p:ph type="title"/>
          </p:nvPr>
        </p:nvSpPr>
        <p:spPr/>
        <p:txBody>
          <a:bodyPr/>
          <a:lstStyle/>
          <a:p>
            <a:r>
              <a:rPr lang="en-GB" dirty="0"/>
              <a:t>Autoencoders</a:t>
            </a:r>
          </a:p>
        </p:txBody>
      </p:sp>
      <p:sp>
        <p:nvSpPr>
          <p:cNvPr id="3" name="Content Placeholder 2">
            <a:extLst>
              <a:ext uri="{FF2B5EF4-FFF2-40B4-BE49-F238E27FC236}">
                <a16:creationId xmlns:a16="http://schemas.microsoft.com/office/drawing/2014/main" id="{8B0F204B-83F2-2012-4F1A-CCF6707A329A}"/>
              </a:ext>
            </a:extLst>
          </p:cNvPr>
          <p:cNvSpPr>
            <a:spLocks noGrp="1"/>
          </p:cNvSpPr>
          <p:nvPr>
            <p:ph idx="1"/>
          </p:nvPr>
        </p:nvSpPr>
        <p:spPr>
          <a:xfrm>
            <a:off x="308393" y="1825625"/>
            <a:ext cx="6095893" cy="4351338"/>
          </a:xfrm>
        </p:spPr>
        <p:txBody>
          <a:bodyPr>
            <a:normAutofit lnSpcReduction="10000"/>
          </a:bodyPr>
          <a:lstStyle/>
          <a:p>
            <a:r>
              <a:rPr lang="en-GB" dirty="0"/>
              <a:t>This smaller number of features is sometimes called a </a:t>
            </a:r>
            <a:r>
              <a:rPr lang="en-GB" b="1" dirty="0"/>
              <a:t>latent space</a:t>
            </a:r>
            <a:endParaRPr lang="en-GB" dirty="0"/>
          </a:p>
          <a:p>
            <a:r>
              <a:rPr lang="en-GB" dirty="0"/>
              <a:t>The idea of it is that those latent space variables represent the underlying processes in the data</a:t>
            </a:r>
          </a:p>
          <a:p>
            <a:pPr lvl="1"/>
            <a:r>
              <a:rPr lang="en-GB" dirty="0"/>
              <a:t>They may cluster better, or make the structure beyond the noise more apparent</a:t>
            </a:r>
          </a:p>
          <a:p>
            <a:r>
              <a:rPr lang="en-GB" dirty="0"/>
              <a:t>Biomarker discovery becomes finding the pattern in the latent space</a:t>
            </a:r>
          </a:p>
        </p:txBody>
      </p:sp>
      <p:sp>
        <p:nvSpPr>
          <p:cNvPr id="4" name="Date Placeholder 3">
            <a:extLst>
              <a:ext uri="{FF2B5EF4-FFF2-40B4-BE49-F238E27FC236}">
                <a16:creationId xmlns:a16="http://schemas.microsoft.com/office/drawing/2014/main" id="{4EFA0B7E-7AAE-0B89-E0AD-71017BD85A53}"/>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9DFB928C-75C4-3EE1-E47E-85852F047D19}"/>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9861F17F-7961-1644-CAE3-9AB65CBFC20C}"/>
              </a:ext>
            </a:extLst>
          </p:cNvPr>
          <p:cNvSpPr>
            <a:spLocks noGrp="1"/>
          </p:cNvSpPr>
          <p:nvPr>
            <p:ph type="sldNum" sz="quarter" idx="12"/>
          </p:nvPr>
        </p:nvSpPr>
        <p:spPr/>
        <p:txBody>
          <a:bodyPr/>
          <a:lstStyle/>
          <a:p>
            <a:fld id="{E7D906D2-95E0-1F43-A885-1A6CB9387C09}" type="slidenum">
              <a:rPr lang="en-GB" smtClean="0"/>
              <a:pPr/>
              <a:t>30</a:t>
            </a:fld>
            <a:endParaRPr lang="en-GB" dirty="0"/>
          </a:p>
        </p:txBody>
      </p:sp>
      <p:pic>
        <p:nvPicPr>
          <p:cNvPr id="1026" name="Picture 2" descr="Variational Autoencoders are Beautiful | Blogs">
            <a:extLst>
              <a:ext uri="{FF2B5EF4-FFF2-40B4-BE49-F238E27FC236}">
                <a16:creationId xmlns:a16="http://schemas.microsoft.com/office/drawing/2014/main" id="{9AAA48F0-6F5C-0197-E06F-BE6714C88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4286" y="1234912"/>
            <a:ext cx="5479321" cy="4110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71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6068-B19B-641E-2526-27162468472E}"/>
              </a:ext>
            </a:extLst>
          </p:cNvPr>
          <p:cNvSpPr>
            <a:spLocks noGrp="1"/>
          </p:cNvSpPr>
          <p:nvPr>
            <p:ph type="title"/>
          </p:nvPr>
        </p:nvSpPr>
        <p:spPr/>
        <p:txBody>
          <a:bodyPr/>
          <a:lstStyle/>
          <a:p>
            <a:r>
              <a:rPr lang="en-GB" dirty="0"/>
              <a:t>Supervised Machine Learning</a:t>
            </a:r>
          </a:p>
        </p:txBody>
      </p:sp>
      <p:sp>
        <p:nvSpPr>
          <p:cNvPr id="3" name="Content Placeholder 2">
            <a:extLst>
              <a:ext uri="{FF2B5EF4-FFF2-40B4-BE49-F238E27FC236}">
                <a16:creationId xmlns:a16="http://schemas.microsoft.com/office/drawing/2014/main" id="{81661114-7EC2-71F6-69B5-05BB33800BB1}"/>
              </a:ext>
            </a:extLst>
          </p:cNvPr>
          <p:cNvSpPr>
            <a:spLocks noGrp="1"/>
          </p:cNvSpPr>
          <p:nvPr>
            <p:ph idx="1"/>
          </p:nvPr>
        </p:nvSpPr>
        <p:spPr/>
        <p:txBody>
          <a:bodyPr/>
          <a:lstStyle/>
          <a:p>
            <a:r>
              <a:rPr lang="en-GB" dirty="0"/>
              <a:t>Let’s say we have identified groups of patients in our data through dimensionality reduction, exploratory analysis etc </a:t>
            </a:r>
          </a:p>
          <a:p>
            <a:r>
              <a:rPr lang="en-GB" dirty="0"/>
              <a:t>Supervised machine learning lets us identify what patterns in our data predict those groups</a:t>
            </a:r>
          </a:p>
          <a:p>
            <a:r>
              <a:rPr lang="en-GB" dirty="0"/>
              <a:t>This ends up being our biomarker</a:t>
            </a:r>
          </a:p>
          <a:p>
            <a:r>
              <a:rPr lang="en-GB" dirty="0"/>
              <a:t>The ML algorithm can function as a biomarker test</a:t>
            </a:r>
          </a:p>
        </p:txBody>
      </p:sp>
      <p:sp>
        <p:nvSpPr>
          <p:cNvPr id="4" name="Date Placeholder 3">
            <a:extLst>
              <a:ext uri="{FF2B5EF4-FFF2-40B4-BE49-F238E27FC236}">
                <a16:creationId xmlns:a16="http://schemas.microsoft.com/office/drawing/2014/main" id="{A1B6FD26-2B95-BD33-3585-256C14CD147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A298C074-8594-D0C9-0D40-6DC47273A1C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AAD11639-D949-59D4-376E-6DACAF36602D}"/>
              </a:ext>
            </a:extLst>
          </p:cNvPr>
          <p:cNvSpPr>
            <a:spLocks noGrp="1"/>
          </p:cNvSpPr>
          <p:nvPr>
            <p:ph type="sldNum" sz="quarter" idx="12"/>
          </p:nvPr>
        </p:nvSpPr>
        <p:spPr/>
        <p:txBody>
          <a:bodyPr/>
          <a:lstStyle/>
          <a:p>
            <a:fld id="{E7D906D2-95E0-1F43-A885-1A6CB9387C09}" type="slidenum">
              <a:rPr lang="en-GB" smtClean="0"/>
              <a:pPr/>
              <a:t>31</a:t>
            </a:fld>
            <a:endParaRPr lang="en-GB" dirty="0"/>
          </a:p>
        </p:txBody>
      </p:sp>
    </p:spTree>
    <p:extLst>
      <p:ext uri="{BB962C8B-B14F-4D97-AF65-F5344CB8AC3E}">
        <p14:creationId xmlns:p14="http://schemas.microsoft.com/office/powerpoint/2010/main" val="1336563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642C6-3E60-0FEB-DE1D-B513DAA4F21A}"/>
              </a:ext>
            </a:extLst>
          </p:cNvPr>
          <p:cNvSpPr>
            <a:spLocks noGrp="1"/>
          </p:cNvSpPr>
          <p:nvPr>
            <p:ph type="title"/>
          </p:nvPr>
        </p:nvSpPr>
        <p:spPr/>
        <p:txBody>
          <a:bodyPr/>
          <a:lstStyle/>
          <a:p>
            <a:r>
              <a:rPr lang="en-GB" dirty="0"/>
              <a:t>Supervised Machine Learning: Example</a:t>
            </a:r>
          </a:p>
        </p:txBody>
      </p:sp>
      <p:sp>
        <p:nvSpPr>
          <p:cNvPr id="4" name="Date Placeholder 3">
            <a:extLst>
              <a:ext uri="{FF2B5EF4-FFF2-40B4-BE49-F238E27FC236}">
                <a16:creationId xmlns:a16="http://schemas.microsoft.com/office/drawing/2014/main" id="{D8D80443-2232-9867-BE0D-376A9F5BCAAF}"/>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BFC38DCE-8645-89A8-63F6-E7BC66EF0F53}"/>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7EEF1CE-5961-CB0C-B438-EA7E3DB3FF82}"/>
              </a:ext>
            </a:extLst>
          </p:cNvPr>
          <p:cNvSpPr>
            <a:spLocks noGrp="1"/>
          </p:cNvSpPr>
          <p:nvPr>
            <p:ph type="sldNum" sz="quarter" idx="12"/>
          </p:nvPr>
        </p:nvSpPr>
        <p:spPr/>
        <p:txBody>
          <a:bodyPr/>
          <a:lstStyle/>
          <a:p>
            <a:fld id="{E7D906D2-95E0-1F43-A885-1A6CB9387C09}" type="slidenum">
              <a:rPr lang="en-GB" smtClean="0"/>
              <a:pPr/>
              <a:t>32</a:t>
            </a:fld>
            <a:endParaRPr lang="en-GB" dirty="0"/>
          </a:p>
        </p:txBody>
      </p:sp>
      <p:sp>
        <p:nvSpPr>
          <p:cNvPr id="7" name="TextBox 6">
            <a:extLst>
              <a:ext uri="{FF2B5EF4-FFF2-40B4-BE49-F238E27FC236}">
                <a16:creationId xmlns:a16="http://schemas.microsoft.com/office/drawing/2014/main" id="{6A8797B3-715E-592A-1680-5D243AE7D506}"/>
              </a:ext>
            </a:extLst>
          </p:cNvPr>
          <p:cNvSpPr txBox="1"/>
          <p:nvPr/>
        </p:nvSpPr>
        <p:spPr>
          <a:xfrm>
            <a:off x="838200" y="1690688"/>
            <a:ext cx="4280555" cy="715089"/>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err="1"/>
              <a:t>RNAseq</a:t>
            </a:r>
            <a:r>
              <a:rPr lang="en-GB" dirty="0"/>
              <a:t> samples of HNSC extracted: 500 patients x 22,000 genes</a:t>
            </a:r>
          </a:p>
        </p:txBody>
      </p:sp>
      <p:pic>
        <p:nvPicPr>
          <p:cNvPr id="9" name="Picture 8" descr="A blue and white logo&#10;&#10;AI-generated content may be incorrect.">
            <a:extLst>
              <a:ext uri="{FF2B5EF4-FFF2-40B4-BE49-F238E27FC236}">
                <a16:creationId xmlns:a16="http://schemas.microsoft.com/office/drawing/2014/main" id="{75540BB7-F80E-CF7C-24ED-27FD6D4D2005}"/>
              </a:ext>
            </a:extLst>
          </p:cNvPr>
          <p:cNvPicPr>
            <a:picLocks noChangeAspect="1"/>
          </p:cNvPicPr>
          <p:nvPr/>
        </p:nvPicPr>
        <p:blipFill>
          <a:blip r:embed="rId2"/>
          <a:stretch>
            <a:fillRect/>
          </a:stretch>
        </p:blipFill>
        <p:spPr>
          <a:xfrm>
            <a:off x="7736919" y="1586861"/>
            <a:ext cx="3616881" cy="818916"/>
          </a:xfrm>
          <a:prstGeom prst="rect">
            <a:avLst/>
          </a:prstGeom>
        </p:spPr>
      </p:pic>
    </p:spTree>
    <p:extLst>
      <p:ext uri="{BB962C8B-B14F-4D97-AF65-F5344CB8AC3E}">
        <p14:creationId xmlns:p14="http://schemas.microsoft.com/office/powerpoint/2010/main" val="844398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C4BF3-C954-3416-59AC-875856646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8DF7C-ED07-7D2B-A0D6-D8BD35DEA604}"/>
              </a:ext>
            </a:extLst>
          </p:cNvPr>
          <p:cNvSpPr>
            <a:spLocks noGrp="1"/>
          </p:cNvSpPr>
          <p:nvPr>
            <p:ph type="title"/>
          </p:nvPr>
        </p:nvSpPr>
        <p:spPr/>
        <p:txBody>
          <a:bodyPr/>
          <a:lstStyle/>
          <a:p>
            <a:r>
              <a:rPr lang="en-GB" dirty="0"/>
              <a:t>Supervised Machine Learning: Example</a:t>
            </a:r>
          </a:p>
        </p:txBody>
      </p:sp>
      <p:sp>
        <p:nvSpPr>
          <p:cNvPr id="4" name="Date Placeholder 3">
            <a:extLst>
              <a:ext uri="{FF2B5EF4-FFF2-40B4-BE49-F238E27FC236}">
                <a16:creationId xmlns:a16="http://schemas.microsoft.com/office/drawing/2014/main" id="{6D1C4C84-2EEF-69B6-2E65-F21C198C75F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75C35E5-4B6D-0573-2926-3264D13BB6DB}"/>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B750484-2324-0082-9E87-7BC5D7FBA9D5}"/>
              </a:ext>
            </a:extLst>
          </p:cNvPr>
          <p:cNvSpPr>
            <a:spLocks noGrp="1"/>
          </p:cNvSpPr>
          <p:nvPr>
            <p:ph type="sldNum" sz="quarter" idx="12"/>
          </p:nvPr>
        </p:nvSpPr>
        <p:spPr/>
        <p:txBody>
          <a:bodyPr/>
          <a:lstStyle/>
          <a:p>
            <a:fld id="{E7D906D2-95E0-1F43-A885-1A6CB9387C09}" type="slidenum">
              <a:rPr lang="en-GB" smtClean="0"/>
              <a:pPr/>
              <a:t>33</a:t>
            </a:fld>
            <a:endParaRPr lang="en-GB" dirty="0"/>
          </a:p>
        </p:txBody>
      </p:sp>
      <p:sp>
        <p:nvSpPr>
          <p:cNvPr id="7" name="TextBox 6">
            <a:extLst>
              <a:ext uri="{FF2B5EF4-FFF2-40B4-BE49-F238E27FC236}">
                <a16:creationId xmlns:a16="http://schemas.microsoft.com/office/drawing/2014/main" id="{1F2C8F7C-322F-319D-E10F-315416711226}"/>
              </a:ext>
            </a:extLst>
          </p:cNvPr>
          <p:cNvSpPr txBox="1"/>
          <p:nvPr/>
        </p:nvSpPr>
        <p:spPr>
          <a:xfrm>
            <a:off x="838200" y="1690688"/>
            <a:ext cx="4280555" cy="715089"/>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err="1"/>
              <a:t>RNAseq</a:t>
            </a:r>
            <a:r>
              <a:rPr lang="en-GB" dirty="0"/>
              <a:t> samples of HNSC extracted: 500 patients x 22,000 genes</a:t>
            </a:r>
          </a:p>
        </p:txBody>
      </p:sp>
      <p:sp>
        <p:nvSpPr>
          <p:cNvPr id="3" name="TextBox 2">
            <a:extLst>
              <a:ext uri="{FF2B5EF4-FFF2-40B4-BE49-F238E27FC236}">
                <a16:creationId xmlns:a16="http://schemas.microsoft.com/office/drawing/2014/main" id="{B66E2AD1-4021-7FC8-82CF-AEE21A5E660B}"/>
              </a:ext>
            </a:extLst>
          </p:cNvPr>
          <p:cNvSpPr txBox="1"/>
          <p:nvPr/>
        </p:nvSpPr>
        <p:spPr>
          <a:xfrm>
            <a:off x="480177" y="2811939"/>
            <a:ext cx="4996599" cy="408623"/>
          </a:xfrm>
          <a:prstGeom prst="roundRect">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Exploratory data analysis, visualisation, UMAP</a:t>
            </a:r>
          </a:p>
        </p:txBody>
      </p:sp>
      <p:cxnSp>
        <p:nvCxnSpPr>
          <p:cNvPr id="10" name="Straight Arrow Connector 9">
            <a:extLst>
              <a:ext uri="{FF2B5EF4-FFF2-40B4-BE49-F238E27FC236}">
                <a16:creationId xmlns:a16="http://schemas.microsoft.com/office/drawing/2014/main" id="{CF638A42-FC06-7854-1677-1BFA9E2797ED}"/>
              </a:ext>
            </a:extLst>
          </p:cNvPr>
          <p:cNvCxnSpPr>
            <a:stCxn id="7" idx="2"/>
            <a:endCxn id="3" idx="0"/>
          </p:cNvCxnSpPr>
          <p:nvPr/>
        </p:nvCxnSpPr>
        <p:spPr>
          <a:xfrm flipH="1">
            <a:off x="2978477" y="2405777"/>
            <a:ext cx="1" cy="406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Picture 11" descr="A diagram of a number of dots&#10;&#10;AI-generated content may be incorrect.">
            <a:extLst>
              <a:ext uri="{FF2B5EF4-FFF2-40B4-BE49-F238E27FC236}">
                <a16:creationId xmlns:a16="http://schemas.microsoft.com/office/drawing/2014/main" id="{95F84756-9ADD-B90E-F517-187DCAB94C44}"/>
              </a:ext>
            </a:extLst>
          </p:cNvPr>
          <p:cNvPicPr>
            <a:picLocks noChangeAspect="1"/>
          </p:cNvPicPr>
          <p:nvPr/>
        </p:nvPicPr>
        <p:blipFill>
          <a:blip r:embed="rId2"/>
          <a:stretch>
            <a:fillRect/>
          </a:stretch>
        </p:blipFill>
        <p:spPr>
          <a:xfrm>
            <a:off x="6096000" y="1541117"/>
            <a:ext cx="5753100" cy="4292600"/>
          </a:xfrm>
          <a:prstGeom prst="rect">
            <a:avLst/>
          </a:prstGeom>
        </p:spPr>
      </p:pic>
      <p:sp>
        <p:nvSpPr>
          <p:cNvPr id="13" name="TextBox 12">
            <a:extLst>
              <a:ext uri="{FF2B5EF4-FFF2-40B4-BE49-F238E27FC236}">
                <a16:creationId xmlns:a16="http://schemas.microsoft.com/office/drawing/2014/main" id="{614290F5-C681-54DA-2892-B6788F004039}"/>
              </a:ext>
            </a:extLst>
          </p:cNvPr>
          <p:cNvSpPr txBox="1"/>
          <p:nvPr/>
        </p:nvSpPr>
        <p:spPr>
          <a:xfrm>
            <a:off x="1361976" y="4154557"/>
            <a:ext cx="4114800" cy="1200329"/>
          </a:xfrm>
          <a:prstGeom prst="rect">
            <a:avLst/>
          </a:prstGeom>
          <a:noFill/>
        </p:spPr>
        <p:txBody>
          <a:bodyPr wrap="square" rtlCol="0">
            <a:spAutoFit/>
          </a:bodyPr>
          <a:lstStyle/>
          <a:p>
            <a:pPr marL="285750" indent="-285750">
              <a:buFont typeface="Arial" panose="020B0604020202020204" pitchFamily="34" charset="0"/>
              <a:buChar char="•"/>
            </a:pPr>
            <a:r>
              <a:rPr lang="en-GB" dirty="0"/>
              <a:t>A very obviously separated group</a:t>
            </a:r>
          </a:p>
          <a:p>
            <a:pPr marL="285750" indent="-285750">
              <a:buFont typeface="Arial" panose="020B0604020202020204" pitchFamily="34" charset="0"/>
              <a:buChar char="•"/>
            </a:pPr>
            <a:r>
              <a:rPr lang="en-GB" dirty="0"/>
              <a:t>Further investigation...</a:t>
            </a:r>
          </a:p>
          <a:p>
            <a:pPr marL="285750" indent="-285750">
              <a:buFont typeface="Arial" panose="020B0604020202020204" pitchFamily="34" charset="0"/>
              <a:buChar char="•"/>
            </a:pPr>
            <a:r>
              <a:rPr lang="en-GB" dirty="0"/>
              <a:t>Turns out to be HPV-positive vs HPV-negative patients</a:t>
            </a:r>
          </a:p>
        </p:txBody>
      </p:sp>
    </p:spTree>
    <p:extLst>
      <p:ext uri="{BB962C8B-B14F-4D97-AF65-F5344CB8AC3E}">
        <p14:creationId xmlns:p14="http://schemas.microsoft.com/office/powerpoint/2010/main" val="3858942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3A3B-F384-B371-9EA2-627450B3F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5B279-C95E-2570-6BDF-885C30A4E58D}"/>
              </a:ext>
            </a:extLst>
          </p:cNvPr>
          <p:cNvSpPr>
            <a:spLocks noGrp="1"/>
          </p:cNvSpPr>
          <p:nvPr>
            <p:ph type="title"/>
          </p:nvPr>
        </p:nvSpPr>
        <p:spPr/>
        <p:txBody>
          <a:bodyPr/>
          <a:lstStyle/>
          <a:p>
            <a:r>
              <a:rPr lang="en-GB" dirty="0"/>
              <a:t>Supervised Machine Learning: Example</a:t>
            </a:r>
          </a:p>
        </p:txBody>
      </p:sp>
      <p:sp>
        <p:nvSpPr>
          <p:cNvPr id="4" name="Date Placeholder 3">
            <a:extLst>
              <a:ext uri="{FF2B5EF4-FFF2-40B4-BE49-F238E27FC236}">
                <a16:creationId xmlns:a16="http://schemas.microsoft.com/office/drawing/2014/main" id="{5F6C69AE-A347-64BD-F82A-DCC2AC45F48F}"/>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E09FDAF-CAF6-F08D-D506-2A3FD89A39C8}"/>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9EA60AE-7CA7-C5D2-3CDB-5513279C80AB}"/>
              </a:ext>
            </a:extLst>
          </p:cNvPr>
          <p:cNvSpPr>
            <a:spLocks noGrp="1"/>
          </p:cNvSpPr>
          <p:nvPr>
            <p:ph type="sldNum" sz="quarter" idx="12"/>
          </p:nvPr>
        </p:nvSpPr>
        <p:spPr/>
        <p:txBody>
          <a:bodyPr/>
          <a:lstStyle/>
          <a:p>
            <a:fld id="{E7D906D2-95E0-1F43-A885-1A6CB9387C09}" type="slidenum">
              <a:rPr lang="en-GB" smtClean="0"/>
              <a:pPr/>
              <a:t>34</a:t>
            </a:fld>
            <a:endParaRPr lang="en-GB" dirty="0"/>
          </a:p>
        </p:txBody>
      </p:sp>
      <p:sp>
        <p:nvSpPr>
          <p:cNvPr id="7" name="TextBox 6">
            <a:extLst>
              <a:ext uri="{FF2B5EF4-FFF2-40B4-BE49-F238E27FC236}">
                <a16:creationId xmlns:a16="http://schemas.microsoft.com/office/drawing/2014/main" id="{2CA2CF53-152A-5C28-C0E7-C902D5AE9AF7}"/>
              </a:ext>
            </a:extLst>
          </p:cNvPr>
          <p:cNvSpPr txBox="1"/>
          <p:nvPr/>
        </p:nvSpPr>
        <p:spPr>
          <a:xfrm>
            <a:off x="838200" y="1690688"/>
            <a:ext cx="4280555" cy="715089"/>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err="1"/>
              <a:t>RNAseq</a:t>
            </a:r>
            <a:r>
              <a:rPr lang="en-GB" dirty="0"/>
              <a:t> samples of HNSC extracted: 500 patients x 22,000 genes</a:t>
            </a:r>
          </a:p>
        </p:txBody>
      </p:sp>
      <p:sp>
        <p:nvSpPr>
          <p:cNvPr id="3" name="TextBox 2">
            <a:extLst>
              <a:ext uri="{FF2B5EF4-FFF2-40B4-BE49-F238E27FC236}">
                <a16:creationId xmlns:a16="http://schemas.microsoft.com/office/drawing/2014/main" id="{B885AAA8-A9FE-11DA-7D24-32EFB77F6C1D}"/>
              </a:ext>
            </a:extLst>
          </p:cNvPr>
          <p:cNvSpPr txBox="1"/>
          <p:nvPr/>
        </p:nvSpPr>
        <p:spPr>
          <a:xfrm>
            <a:off x="480177" y="2811939"/>
            <a:ext cx="4996599" cy="408623"/>
          </a:xfrm>
          <a:prstGeom prst="roundRect">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Exploratory data analysis, visualisation, UMAP</a:t>
            </a:r>
          </a:p>
        </p:txBody>
      </p:sp>
      <p:cxnSp>
        <p:nvCxnSpPr>
          <p:cNvPr id="10" name="Straight Arrow Connector 9">
            <a:extLst>
              <a:ext uri="{FF2B5EF4-FFF2-40B4-BE49-F238E27FC236}">
                <a16:creationId xmlns:a16="http://schemas.microsoft.com/office/drawing/2014/main" id="{2931E084-52D2-F368-ED05-4A26597EFDBB}"/>
              </a:ext>
            </a:extLst>
          </p:cNvPr>
          <p:cNvCxnSpPr>
            <a:stCxn id="7" idx="2"/>
            <a:endCxn id="3" idx="0"/>
          </p:cNvCxnSpPr>
          <p:nvPr/>
        </p:nvCxnSpPr>
        <p:spPr>
          <a:xfrm flipH="1">
            <a:off x="2978477" y="2405777"/>
            <a:ext cx="1" cy="406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30B52B8-6641-EB7B-B773-36E605AA0CEA}"/>
              </a:ext>
            </a:extLst>
          </p:cNvPr>
          <p:cNvSpPr txBox="1"/>
          <p:nvPr/>
        </p:nvSpPr>
        <p:spPr>
          <a:xfrm>
            <a:off x="916106" y="3749767"/>
            <a:ext cx="4124739" cy="715089"/>
          </a:xfrm>
          <a:prstGeom prst="round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dirty="0"/>
              <a:t>Can we predict HPV subtype from the gene expression profile?</a:t>
            </a:r>
          </a:p>
        </p:txBody>
      </p:sp>
      <p:cxnSp>
        <p:nvCxnSpPr>
          <p:cNvPr id="11" name="Straight Arrow Connector 10">
            <a:extLst>
              <a:ext uri="{FF2B5EF4-FFF2-40B4-BE49-F238E27FC236}">
                <a16:creationId xmlns:a16="http://schemas.microsoft.com/office/drawing/2014/main" id="{B7392FD0-E34F-1DFE-63D2-52D17BFBD57B}"/>
              </a:ext>
            </a:extLst>
          </p:cNvPr>
          <p:cNvCxnSpPr>
            <a:stCxn id="3" idx="2"/>
            <a:endCxn id="8" idx="0"/>
          </p:cNvCxnSpPr>
          <p:nvPr/>
        </p:nvCxnSpPr>
        <p:spPr>
          <a:xfrm flipH="1">
            <a:off x="2978476" y="3220562"/>
            <a:ext cx="1" cy="529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6" name="Picture 15" descr="A blue and white dot pattern&#10;&#10;AI-generated content may be incorrect.">
            <a:extLst>
              <a:ext uri="{FF2B5EF4-FFF2-40B4-BE49-F238E27FC236}">
                <a16:creationId xmlns:a16="http://schemas.microsoft.com/office/drawing/2014/main" id="{78B8497D-10D0-0CCD-C308-6C7652D921D2}"/>
              </a:ext>
            </a:extLst>
          </p:cNvPr>
          <p:cNvPicPr>
            <a:picLocks noChangeAspect="1"/>
          </p:cNvPicPr>
          <p:nvPr/>
        </p:nvPicPr>
        <p:blipFill>
          <a:blip r:embed="rId2"/>
          <a:stretch>
            <a:fillRect/>
          </a:stretch>
        </p:blipFill>
        <p:spPr>
          <a:xfrm>
            <a:off x="6689953" y="1768845"/>
            <a:ext cx="1854200" cy="1295400"/>
          </a:xfrm>
          <a:prstGeom prst="rect">
            <a:avLst/>
          </a:prstGeom>
        </p:spPr>
      </p:pic>
      <p:cxnSp>
        <p:nvCxnSpPr>
          <p:cNvPr id="18" name="Straight Arrow Connector 17">
            <a:extLst>
              <a:ext uri="{FF2B5EF4-FFF2-40B4-BE49-F238E27FC236}">
                <a16:creationId xmlns:a16="http://schemas.microsoft.com/office/drawing/2014/main" id="{E509A0B6-2ED0-0E00-288C-0F574F2A0D84}"/>
              </a:ext>
            </a:extLst>
          </p:cNvPr>
          <p:cNvCxnSpPr>
            <a:cxnSpLocks/>
            <a:stCxn id="16" idx="2"/>
            <a:endCxn id="20" idx="0"/>
          </p:cNvCxnSpPr>
          <p:nvPr/>
        </p:nvCxnSpPr>
        <p:spPr>
          <a:xfrm>
            <a:off x="7617053" y="3064245"/>
            <a:ext cx="0" cy="7520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12D685D-E934-2D45-9F1D-004D67711501}"/>
              </a:ext>
            </a:extLst>
          </p:cNvPr>
          <p:cNvSpPr txBox="1"/>
          <p:nvPr/>
        </p:nvSpPr>
        <p:spPr>
          <a:xfrm>
            <a:off x="6483992" y="3816343"/>
            <a:ext cx="2266122" cy="64633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GB" dirty="0"/>
              <a:t>Machine Learning Algorithm</a:t>
            </a:r>
          </a:p>
        </p:txBody>
      </p:sp>
      <p:pic>
        <p:nvPicPr>
          <p:cNvPr id="25" name="Picture 24" descr="A network diagram with blue circles and lines&#10;&#10;AI-generated content may be incorrect.">
            <a:extLst>
              <a:ext uri="{FF2B5EF4-FFF2-40B4-BE49-F238E27FC236}">
                <a16:creationId xmlns:a16="http://schemas.microsoft.com/office/drawing/2014/main" id="{69DE0848-3C25-6C9A-6AAD-2A6F3E0D66BE}"/>
              </a:ext>
            </a:extLst>
          </p:cNvPr>
          <p:cNvPicPr>
            <a:picLocks noChangeAspect="1"/>
          </p:cNvPicPr>
          <p:nvPr/>
        </p:nvPicPr>
        <p:blipFill>
          <a:blip r:embed="rId3"/>
          <a:srcRect b="6212"/>
          <a:stretch>
            <a:fillRect/>
          </a:stretch>
        </p:blipFill>
        <p:spPr>
          <a:xfrm>
            <a:off x="8911811" y="3466412"/>
            <a:ext cx="3038793" cy="1214918"/>
          </a:xfrm>
          <a:prstGeom prst="rect">
            <a:avLst/>
          </a:prstGeom>
        </p:spPr>
      </p:pic>
      <p:sp>
        <p:nvSpPr>
          <p:cNvPr id="27" name="TextBox 26">
            <a:extLst>
              <a:ext uri="{FF2B5EF4-FFF2-40B4-BE49-F238E27FC236}">
                <a16:creationId xmlns:a16="http://schemas.microsoft.com/office/drawing/2014/main" id="{21FCE5F6-0408-670C-2707-B2A7F96D4C04}"/>
              </a:ext>
            </a:extLst>
          </p:cNvPr>
          <p:cNvSpPr txBox="1"/>
          <p:nvPr/>
        </p:nvSpPr>
        <p:spPr>
          <a:xfrm>
            <a:off x="5040845" y="5059017"/>
            <a:ext cx="1443147" cy="369332"/>
          </a:xfrm>
          <a:prstGeom prst="rect">
            <a:avLst/>
          </a:prstGeom>
          <a:noFill/>
        </p:spPr>
        <p:txBody>
          <a:bodyPr wrap="square" rtlCol="0">
            <a:spAutoFit/>
          </a:bodyPr>
          <a:lstStyle/>
          <a:p>
            <a:pPr algn="ctr"/>
            <a:r>
              <a:rPr lang="en-GB" dirty="0"/>
              <a:t>HPV-Positive</a:t>
            </a:r>
          </a:p>
        </p:txBody>
      </p:sp>
      <p:sp>
        <p:nvSpPr>
          <p:cNvPr id="28" name="TextBox 27">
            <a:extLst>
              <a:ext uri="{FF2B5EF4-FFF2-40B4-BE49-F238E27FC236}">
                <a16:creationId xmlns:a16="http://schemas.microsoft.com/office/drawing/2014/main" id="{74C2926C-0538-6535-D189-F91A6DE6223B}"/>
              </a:ext>
            </a:extLst>
          </p:cNvPr>
          <p:cNvSpPr txBox="1"/>
          <p:nvPr/>
        </p:nvSpPr>
        <p:spPr>
          <a:xfrm>
            <a:off x="8539053" y="5040180"/>
            <a:ext cx="1698251" cy="369332"/>
          </a:xfrm>
          <a:prstGeom prst="rect">
            <a:avLst/>
          </a:prstGeom>
          <a:noFill/>
        </p:spPr>
        <p:txBody>
          <a:bodyPr wrap="square" rtlCol="0">
            <a:spAutoFit/>
          </a:bodyPr>
          <a:lstStyle/>
          <a:p>
            <a:pPr algn="ctr"/>
            <a:r>
              <a:rPr lang="en-GB" dirty="0"/>
              <a:t>HPV-Negative</a:t>
            </a:r>
          </a:p>
        </p:txBody>
      </p:sp>
      <p:cxnSp>
        <p:nvCxnSpPr>
          <p:cNvPr id="30" name="Straight Arrow Connector 29">
            <a:extLst>
              <a:ext uri="{FF2B5EF4-FFF2-40B4-BE49-F238E27FC236}">
                <a16:creationId xmlns:a16="http://schemas.microsoft.com/office/drawing/2014/main" id="{53ACA368-7BA5-6DED-8013-EBDA3AC98E7D}"/>
              </a:ext>
            </a:extLst>
          </p:cNvPr>
          <p:cNvCxnSpPr>
            <a:stCxn id="20" idx="2"/>
            <a:endCxn id="27" idx="0"/>
          </p:cNvCxnSpPr>
          <p:nvPr/>
        </p:nvCxnSpPr>
        <p:spPr>
          <a:xfrm flipH="1">
            <a:off x="5762419" y="4462674"/>
            <a:ext cx="1854634" cy="596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9771392-FD3D-210A-61D4-492235769352}"/>
              </a:ext>
            </a:extLst>
          </p:cNvPr>
          <p:cNvCxnSpPr>
            <a:stCxn id="20" idx="2"/>
            <a:endCxn id="28" idx="0"/>
          </p:cNvCxnSpPr>
          <p:nvPr/>
        </p:nvCxnSpPr>
        <p:spPr>
          <a:xfrm>
            <a:off x="7617053" y="4462674"/>
            <a:ext cx="1771126" cy="5775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1738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9EF36-9BC2-6FDF-F7C6-C52E18ED3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11018-A13C-6725-53B7-6E452737369B}"/>
              </a:ext>
            </a:extLst>
          </p:cNvPr>
          <p:cNvSpPr>
            <a:spLocks noGrp="1"/>
          </p:cNvSpPr>
          <p:nvPr>
            <p:ph type="title"/>
          </p:nvPr>
        </p:nvSpPr>
        <p:spPr/>
        <p:txBody>
          <a:bodyPr/>
          <a:lstStyle/>
          <a:p>
            <a:r>
              <a:rPr lang="en-GB" dirty="0"/>
              <a:t>Supervised Machine Learning: Example</a:t>
            </a:r>
          </a:p>
        </p:txBody>
      </p:sp>
      <p:sp>
        <p:nvSpPr>
          <p:cNvPr id="4" name="Date Placeholder 3">
            <a:extLst>
              <a:ext uri="{FF2B5EF4-FFF2-40B4-BE49-F238E27FC236}">
                <a16:creationId xmlns:a16="http://schemas.microsoft.com/office/drawing/2014/main" id="{2437BBC2-6F34-F32E-70D7-630D0977A6BE}"/>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0CC6EB53-EC7B-A233-22CF-680A319D35A1}"/>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7D7D6ED-369F-80A4-0246-FC902065BFF3}"/>
              </a:ext>
            </a:extLst>
          </p:cNvPr>
          <p:cNvSpPr>
            <a:spLocks noGrp="1"/>
          </p:cNvSpPr>
          <p:nvPr>
            <p:ph type="sldNum" sz="quarter" idx="12"/>
          </p:nvPr>
        </p:nvSpPr>
        <p:spPr/>
        <p:txBody>
          <a:bodyPr/>
          <a:lstStyle/>
          <a:p>
            <a:fld id="{E7D906D2-95E0-1F43-A885-1A6CB9387C09}" type="slidenum">
              <a:rPr lang="en-GB" smtClean="0"/>
              <a:pPr/>
              <a:t>35</a:t>
            </a:fld>
            <a:endParaRPr lang="en-GB" dirty="0"/>
          </a:p>
        </p:txBody>
      </p:sp>
      <p:sp>
        <p:nvSpPr>
          <p:cNvPr id="7" name="TextBox 6">
            <a:extLst>
              <a:ext uri="{FF2B5EF4-FFF2-40B4-BE49-F238E27FC236}">
                <a16:creationId xmlns:a16="http://schemas.microsoft.com/office/drawing/2014/main" id="{6A3C3B0C-C31F-3A3F-74E2-7F24DEE32EFF}"/>
              </a:ext>
            </a:extLst>
          </p:cNvPr>
          <p:cNvSpPr txBox="1"/>
          <p:nvPr/>
        </p:nvSpPr>
        <p:spPr>
          <a:xfrm>
            <a:off x="838200" y="1690688"/>
            <a:ext cx="4280555" cy="715089"/>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err="1"/>
              <a:t>RNAseq</a:t>
            </a:r>
            <a:r>
              <a:rPr lang="en-GB" dirty="0"/>
              <a:t> samples of HNSC extracted: 500 patients x 22,000 genes</a:t>
            </a:r>
          </a:p>
        </p:txBody>
      </p:sp>
      <p:sp>
        <p:nvSpPr>
          <p:cNvPr id="3" name="TextBox 2">
            <a:extLst>
              <a:ext uri="{FF2B5EF4-FFF2-40B4-BE49-F238E27FC236}">
                <a16:creationId xmlns:a16="http://schemas.microsoft.com/office/drawing/2014/main" id="{6BC8F897-67B7-CD83-C6B1-CF9E7626C8B3}"/>
              </a:ext>
            </a:extLst>
          </p:cNvPr>
          <p:cNvSpPr txBox="1"/>
          <p:nvPr/>
        </p:nvSpPr>
        <p:spPr>
          <a:xfrm>
            <a:off x="480177" y="2811939"/>
            <a:ext cx="4996599" cy="408623"/>
          </a:xfrm>
          <a:prstGeom prst="roundRect">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Exploratory data analysis, visualisation, UMAP</a:t>
            </a:r>
          </a:p>
        </p:txBody>
      </p:sp>
      <p:cxnSp>
        <p:nvCxnSpPr>
          <p:cNvPr id="10" name="Straight Arrow Connector 9">
            <a:extLst>
              <a:ext uri="{FF2B5EF4-FFF2-40B4-BE49-F238E27FC236}">
                <a16:creationId xmlns:a16="http://schemas.microsoft.com/office/drawing/2014/main" id="{D9F7D367-8D1C-2F12-D923-30AFBA34ADD3}"/>
              </a:ext>
            </a:extLst>
          </p:cNvPr>
          <p:cNvCxnSpPr>
            <a:stCxn id="7" idx="2"/>
            <a:endCxn id="3" idx="0"/>
          </p:cNvCxnSpPr>
          <p:nvPr/>
        </p:nvCxnSpPr>
        <p:spPr>
          <a:xfrm flipH="1">
            <a:off x="2978477" y="2405777"/>
            <a:ext cx="1" cy="406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A3FAD58-5EF6-2092-710C-F8CF3F5729E0}"/>
              </a:ext>
            </a:extLst>
          </p:cNvPr>
          <p:cNvSpPr txBox="1"/>
          <p:nvPr/>
        </p:nvSpPr>
        <p:spPr>
          <a:xfrm>
            <a:off x="916106" y="3749767"/>
            <a:ext cx="4124739" cy="715089"/>
          </a:xfrm>
          <a:prstGeom prst="round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dirty="0"/>
              <a:t>Can we predict HPV subtype from the gene expression profile?</a:t>
            </a:r>
          </a:p>
        </p:txBody>
      </p:sp>
      <p:cxnSp>
        <p:nvCxnSpPr>
          <p:cNvPr id="11" name="Straight Arrow Connector 10">
            <a:extLst>
              <a:ext uri="{FF2B5EF4-FFF2-40B4-BE49-F238E27FC236}">
                <a16:creationId xmlns:a16="http://schemas.microsoft.com/office/drawing/2014/main" id="{E343EA47-2A4C-73B7-7605-1D296D2F86AC}"/>
              </a:ext>
            </a:extLst>
          </p:cNvPr>
          <p:cNvCxnSpPr>
            <a:stCxn id="3" idx="2"/>
            <a:endCxn id="8" idx="0"/>
          </p:cNvCxnSpPr>
          <p:nvPr/>
        </p:nvCxnSpPr>
        <p:spPr>
          <a:xfrm flipH="1">
            <a:off x="2978476" y="3220562"/>
            <a:ext cx="1" cy="529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Picture 11" descr="A graph with a red line&#10;&#10;AI-generated content may be incorrect.">
            <a:extLst>
              <a:ext uri="{FF2B5EF4-FFF2-40B4-BE49-F238E27FC236}">
                <a16:creationId xmlns:a16="http://schemas.microsoft.com/office/drawing/2014/main" id="{4960EFE4-8CCA-449E-3BD9-F9B6FC207FF0}"/>
              </a:ext>
            </a:extLst>
          </p:cNvPr>
          <p:cNvPicPr>
            <a:picLocks noChangeAspect="1"/>
          </p:cNvPicPr>
          <p:nvPr/>
        </p:nvPicPr>
        <p:blipFill>
          <a:blip r:embed="rId2"/>
          <a:stretch>
            <a:fillRect/>
          </a:stretch>
        </p:blipFill>
        <p:spPr>
          <a:xfrm>
            <a:off x="5971423" y="1609817"/>
            <a:ext cx="5740400" cy="4279900"/>
          </a:xfrm>
          <a:prstGeom prst="rect">
            <a:avLst/>
          </a:prstGeom>
        </p:spPr>
      </p:pic>
      <p:sp>
        <p:nvSpPr>
          <p:cNvPr id="13" name="TextBox 12">
            <a:extLst>
              <a:ext uri="{FF2B5EF4-FFF2-40B4-BE49-F238E27FC236}">
                <a16:creationId xmlns:a16="http://schemas.microsoft.com/office/drawing/2014/main" id="{EBDC8104-0540-C5D9-689B-B59332EC6868}"/>
              </a:ext>
            </a:extLst>
          </p:cNvPr>
          <p:cNvSpPr txBox="1"/>
          <p:nvPr/>
        </p:nvSpPr>
        <p:spPr>
          <a:xfrm>
            <a:off x="1506420" y="4810438"/>
            <a:ext cx="32669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t>Emphatically, yes!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So, we have a biomarker and test for HNSC subtypes</a:t>
            </a:r>
          </a:p>
        </p:txBody>
      </p:sp>
    </p:spTree>
    <p:extLst>
      <p:ext uri="{BB962C8B-B14F-4D97-AF65-F5344CB8AC3E}">
        <p14:creationId xmlns:p14="http://schemas.microsoft.com/office/powerpoint/2010/main" val="341609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5EC29-D2CB-E124-E465-0B575F6B7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CD57A-6861-E0F6-B45E-B1EC1DD186B5}"/>
              </a:ext>
            </a:extLst>
          </p:cNvPr>
          <p:cNvSpPr>
            <a:spLocks noGrp="1"/>
          </p:cNvSpPr>
          <p:nvPr>
            <p:ph type="title"/>
          </p:nvPr>
        </p:nvSpPr>
        <p:spPr/>
        <p:txBody>
          <a:bodyPr/>
          <a:lstStyle/>
          <a:p>
            <a:r>
              <a:rPr lang="en-GB" dirty="0"/>
              <a:t>Supervised Machine Learning</a:t>
            </a:r>
          </a:p>
        </p:txBody>
      </p:sp>
      <p:sp>
        <p:nvSpPr>
          <p:cNvPr id="3" name="Content Placeholder 2">
            <a:extLst>
              <a:ext uri="{FF2B5EF4-FFF2-40B4-BE49-F238E27FC236}">
                <a16:creationId xmlns:a16="http://schemas.microsoft.com/office/drawing/2014/main" id="{5D83E84A-3CD2-3912-19C8-88BD68495AA0}"/>
              </a:ext>
            </a:extLst>
          </p:cNvPr>
          <p:cNvSpPr>
            <a:spLocks noGrp="1"/>
          </p:cNvSpPr>
          <p:nvPr>
            <p:ph idx="1"/>
          </p:nvPr>
        </p:nvSpPr>
        <p:spPr/>
        <p:txBody>
          <a:bodyPr/>
          <a:lstStyle/>
          <a:p>
            <a:r>
              <a:rPr lang="en-GB" dirty="0"/>
              <a:t>Many models can be used in supervised machine learning</a:t>
            </a:r>
          </a:p>
          <a:p>
            <a:r>
              <a:rPr lang="en-GB" dirty="0"/>
              <a:t>Classical “statistical” models:</a:t>
            </a:r>
          </a:p>
          <a:p>
            <a:pPr lvl="1"/>
            <a:r>
              <a:rPr lang="en-GB" dirty="0"/>
              <a:t>Logistic regression</a:t>
            </a:r>
          </a:p>
          <a:p>
            <a:pPr lvl="1"/>
            <a:r>
              <a:rPr lang="en-GB" dirty="0"/>
              <a:t>Linear regression</a:t>
            </a:r>
          </a:p>
          <a:p>
            <a:pPr lvl="1"/>
            <a:r>
              <a:rPr lang="en-GB" b="1" dirty="0"/>
              <a:t>Simple, very interpretable</a:t>
            </a:r>
          </a:p>
          <a:p>
            <a:pPr lvl="1"/>
            <a:r>
              <a:rPr lang="en-GB" b="1" dirty="0"/>
              <a:t>But linear and limited in expressiveness (might not capture complex patterns)</a:t>
            </a:r>
          </a:p>
        </p:txBody>
      </p:sp>
      <p:sp>
        <p:nvSpPr>
          <p:cNvPr id="4" name="Date Placeholder 3">
            <a:extLst>
              <a:ext uri="{FF2B5EF4-FFF2-40B4-BE49-F238E27FC236}">
                <a16:creationId xmlns:a16="http://schemas.microsoft.com/office/drawing/2014/main" id="{D0EEC161-4728-1224-9A37-0CA61EC1E8B7}"/>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24B35CDF-891A-D2B7-8C97-3A46BE21EA9B}"/>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D0259B6C-802D-015F-0F5F-02B8AA56E1D4}"/>
              </a:ext>
            </a:extLst>
          </p:cNvPr>
          <p:cNvSpPr>
            <a:spLocks noGrp="1"/>
          </p:cNvSpPr>
          <p:nvPr>
            <p:ph type="sldNum" sz="quarter" idx="12"/>
          </p:nvPr>
        </p:nvSpPr>
        <p:spPr/>
        <p:txBody>
          <a:bodyPr/>
          <a:lstStyle/>
          <a:p>
            <a:fld id="{E7D906D2-95E0-1F43-A885-1A6CB9387C09}" type="slidenum">
              <a:rPr lang="en-GB" smtClean="0"/>
              <a:pPr/>
              <a:t>36</a:t>
            </a:fld>
            <a:endParaRPr lang="en-GB" dirty="0"/>
          </a:p>
        </p:txBody>
      </p:sp>
    </p:spTree>
    <p:extLst>
      <p:ext uri="{BB962C8B-B14F-4D97-AF65-F5344CB8AC3E}">
        <p14:creationId xmlns:p14="http://schemas.microsoft.com/office/powerpoint/2010/main" val="1126584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0D78B-F59D-DD13-395A-CB36E475A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18C6C-6539-D07A-51BE-D1540B59FCDC}"/>
              </a:ext>
            </a:extLst>
          </p:cNvPr>
          <p:cNvSpPr>
            <a:spLocks noGrp="1"/>
          </p:cNvSpPr>
          <p:nvPr>
            <p:ph type="title"/>
          </p:nvPr>
        </p:nvSpPr>
        <p:spPr/>
        <p:txBody>
          <a:bodyPr/>
          <a:lstStyle/>
          <a:p>
            <a:r>
              <a:rPr lang="en-GB" dirty="0"/>
              <a:t>Supervised Machine Learning</a:t>
            </a:r>
          </a:p>
        </p:txBody>
      </p:sp>
      <p:sp>
        <p:nvSpPr>
          <p:cNvPr id="3" name="Content Placeholder 2">
            <a:extLst>
              <a:ext uri="{FF2B5EF4-FFF2-40B4-BE49-F238E27FC236}">
                <a16:creationId xmlns:a16="http://schemas.microsoft.com/office/drawing/2014/main" id="{25C45133-A382-F93B-CD72-41ED44B6E9CD}"/>
              </a:ext>
            </a:extLst>
          </p:cNvPr>
          <p:cNvSpPr>
            <a:spLocks noGrp="1"/>
          </p:cNvSpPr>
          <p:nvPr>
            <p:ph idx="1"/>
          </p:nvPr>
        </p:nvSpPr>
        <p:spPr/>
        <p:txBody>
          <a:bodyPr/>
          <a:lstStyle/>
          <a:p>
            <a:r>
              <a:rPr lang="en-GB" dirty="0"/>
              <a:t>Many models can be used in supervised machine learning</a:t>
            </a:r>
          </a:p>
          <a:p>
            <a:r>
              <a:rPr lang="en-GB" dirty="0"/>
              <a:t>Classical “statistical” models:</a:t>
            </a:r>
          </a:p>
          <a:p>
            <a:pPr lvl="1"/>
            <a:r>
              <a:rPr lang="en-GB" dirty="0"/>
              <a:t>Logistic regression</a:t>
            </a:r>
          </a:p>
          <a:p>
            <a:pPr lvl="1"/>
            <a:r>
              <a:rPr lang="en-GB" dirty="0"/>
              <a:t>Linear regression</a:t>
            </a:r>
            <a:endParaRPr lang="en-GB" b="1" dirty="0"/>
          </a:p>
          <a:p>
            <a:r>
              <a:rPr lang="en-GB" dirty="0"/>
              <a:t>Statistical machine learning</a:t>
            </a:r>
          </a:p>
          <a:p>
            <a:pPr lvl="1"/>
            <a:r>
              <a:rPr lang="en-GB" dirty="0"/>
              <a:t>Random forests/decision trees</a:t>
            </a:r>
          </a:p>
          <a:p>
            <a:pPr lvl="1"/>
            <a:r>
              <a:rPr lang="en-GB" dirty="0"/>
              <a:t>Support vector machines</a:t>
            </a:r>
          </a:p>
          <a:p>
            <a:pPr lvl="1"/>
            <a:r>
              <a:rPr lang="en-GB" b="1" dirty="0"/>
              <a:t>Nonlinear and expressive, but remain interpretable</a:t>
            </a:r>
          </a:p>
        </p:txBody>
      </p:sp>
      <p:sp>
        <p:nvSpPr>
          <p:cNvPr id="4" name="Date Placeholder 3">
            <a:extLst>
              <a:ext uri="{FF2B5EF4-FFF2-40B4-BE49-F238E27FC236}">
                <a16:creationId xmlns:a16="http://schemas.microsoft.com/office/drawing/2014/main" id="{94BEA920-77ED-C6DE-E38C-47989A9E180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0119443-CE15-488F-5366-06B8D15A03C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62952974-94E0-F940-3AC8-19A4ACBE71B8}"/>
              </a:ext>
            </a:extLst>
          </p:cNvPr>
          <p:cNvSpPr>
            <a:spLocks noGrp="1"/>
          </p:cNvSpPr>
          <p:nvPr>
            <p:ph type="sldNum" sz="quarter" idx="12"/>
          </p:nvPr>
        </p:nvSpPr>
        <p:spPr/>
        <p:txBody>
          <a:bodyPr/>
          <a:lstStyle/>
          <a:p>
            <a:fld id="{E7D906D2-95E0-1F43-A885-1A6CB9387C09}" type="slidenum">
              <a:rPr lang="en-GB" smtClean="0"/>
              <a:pPr/>
              <a:t>37</a:t>
            </a:fld>
            <a:endParaRPr lang="en-GB" dirty="0"/>
          </a:p>
        </p:txBody>
      </p:sp>
    </p:spTree>
    <p:extLst>
      <p:ext uri="{BB962C8B-B14F-4D97-AF65-F5344CB8AC3E}">
        <p14:creationId xmlns:p14="http://schemas.microsoft.com/office/powerpoint/2010/main" val="732621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0701-045B-85FF-46C4-2765812DD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EE09B-AAEA-AEF5-AF4D-494CCDB838EF}"/>
              </a:ext>
            </a:extLst>
          </p:cNvPr>
          <p:cNvSpPr>
            <a:spLocks noGrp="1"/>
          </p:cNvSpPr>
          <p:nvPr>
            <p:ph type="title"/>
          </p:nvPr>
        </p:nvSpPr>
        <p:spPr/>
        <p:txBody>
          <a:bodyPr/>
          <a:lstStyle/>
          <a:p>
            <a:r>
              <a:rPr lang="en-GB" dirty="0"/>
              <a:t>Supervised Machine Learning</a:t>
            </a:r>
          </a:p>
        </p:txBody>
      </p:sp>
      <p:sp>
        <p:nvSpPr>
          <p:cNvPr id="3" name="Content Placeholder 2">
            <a:extLst>
              <a:ext uri="{FF2B5EF4-FFF2-40B4-BE49-F238E27FC236}">
                <a16:creationId xmlns:a16="http://schemas.microsoft.com/office/drawing/2014/main" id="{33CC2EEE-E530-1D8B-851B-A985C2842A02}"/>
              </a:ext>
            </a:extLst>
          </p:cNvPr>
          <p:cNvSpPr>
            <a:spLocks noGrp="1"/>
          </p:cNvSpPr>
          <p:nvPr>
            <p:ph idx="1"/>
          </p:nvPr>
        </p:nvSpPr>
        <p:spPr/>
        <p:txBody>
          <a:bodyPr>
            <a:normAutofit lnSpcReduction="10000"/>
          </a:bodyPr>
          <a:lstStyle/>
          <a:p>
            <a:r>
              <a:rPr lang="en-GB" dirty="0"/>
              <a:t>Many models can be used in supervised machine learning</a:t>
            </a:r>
          </a:p>
          <a:p>
            <a:r>
              <a:rPr lang="en-GB" dirty="0"/>
              <a:t>Classical “statistical” models:</a:t>
            </a:r>
          </a:p>
          <a:p>
            <a:pPr lvl="1"/>
            <a:r>
              <a:rPr lang="en-GB" dirty="0"/>
              <a:t>Logistic regression</a:t>
            </a:r>
          </a:p>
          <a:p>
            <a:pPr lvl="1"/>
            <a:r>
              <a:rPr lang="en-GB" dirty="0"/>
              <a:t>Linear regression</a:t>
            </a:r>
            <a:endParaRPr lang="en-GB" b="1" dirty="0"/>
          </a:p>
          <a:p>
            <a:r>
              <a:rPr lang="en-GB" dirty="0"/>
              <a:t>Statistical machine learning</a:t>
            </a:r>
          </a:p>
          <a:p>
            <a:pPr lvl="1"/>
            <a:r>
              <a:rPr lang="en-GB" dirty="0"/>
              <a:t>Random forests/decision trees</a:t>
            </a:r>
          </a:p>
          <a:p>
            <a:pPr lvl="1"/>
            <a:r>
              <a:rPr lang="en-GB" dirty="0"/>
              <a:t>Support vector machines</a:t>
            </a:r>
          </a:p>
          <a:p>
            <a:r>
              <a:rPr lang="en-GB" dirty="0"/>
              <a:t>Deep learning</a:t>
            </a:r>
          </a:p>
          <a:p>
            <a:pPr lvl="1"/>
            <a:r>
              <a:rPr lang="en-GB" dirty="0"/>
              <a:t>Neural networks</a:t>
            </a:r>
          </a:p>
          <a:p>
            <a:pPr lvl="1"/>
            <a:r>
              <a:rPr lang="en-GB" b="1" dirty="0"/>
              <a:t>Immensely powerful, but a black box (who knows what they are doing?)</a:t>
            </a:r>
          </a:p>
          <a:p>
            <a:pPr lvl="1"/>
            <a:r>
              <a:rPr lang="en-GB" b="1" dirty="0"/>
              <a:t>High potential for overfitting</a:t>
            </a:r>
          </a:p>
        </p:txBody>
      </p:sp>
      <p:sp>
        <p:nvSpPr>
          <p:cNvPr id="4" name="Date Placeholder 3">
            <a:extLst>
              <a:ext uri="{FF2B5EF4-FFF2-40B4-BE49-F238E27FC236}">
                <a16:creationId xmlns:a16="http://schemas.microsoft.com/office/drawing/2014/main" id="{B45B1E08-394C-28FE-2F7D-80FF87E948F4}"/>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1D0C844A-BB3C-AE4B-3271-3725CC6C6913}"/>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9C850D58-46A5-01EB-FC78-65F1DA053AED}"/>
              </a:ext>
            </a:extLst>
          </p:cNvPr>
          <p:cNvSpPr>
            <a:spLocks noGrp="1"/>
          </p:cNvSpPr>
          <p:nvPr>
            <p:ph type="sldNum" sz="quarter" idx="12"/>
          </p:nvPr>
        </p:nvSpPr>
        <p:spPr/>
        <p:txBody>
          <a:bodyPr/>
          <a:lstStyle/>
          <a:p>
            <a:fld id="{E7D906D2-95E0-1F43-A885-1A6CB9387C09}" type="slidenum">
              <a:rPr lang="en-GB" smtClean="0"/>
              <a:pPr/>
              <a:t>38</a:t>
            </a:fld>
            <a:endParaRPr lang="en-GB" dirty="0"/>
          </a:p>
        </p:txBody>
      </p:sp>
    </p:spTree>
    <p:extLst>
      <p:ext uri="{BB962C8B-B14F-4D97-AF65-F5344CB8AC3E}">
        <p14:creationId xmlns:p14="http://schemas.microsoft.com/office/powerpoint/2010/main" val="3460075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F93A-EC48-CF93-776D-863ACFCC6C13}"/>
              </a:ext>
            </a:extLst>
          </p:cNvPr>
          <p:cNvSpPr>
            <a:spLocks noGrp="1"/>
          </p:cNvSpPr>
          <p:nvPr>
            <p:ph type="title"/>
          </p:nvPr>
        </p:nvSpPr>
        <p:spPr/>
        <p:txBody>
          <a:bodyPr/>
          <a:lstStyle/>
          <a:p>
            <a:r>
              <a:rPr lang="en-GB" dirty="0"/>
              <a:t>What model should I use?</a:t>
            </a:r>
          </a:p>
        </p:txBody>
      </p:sp>
      <p:sp>
        <p:nvSpPr>
          <p:cNvPr id="3" name="Content Placeholder 2">
            <a:extLst>
              <a:ext uri="{FF2B5EF4-FFF2-40B4-BE49-F238E27FC236}">
                <a16:creationId xmlns:a16="http://schemas.microsoft.com/office/drawing/2014/main" id="{CD854A64-318A-BDBE-66D6-2E38123909B1}"/>
              </a:ext>
            </a:extLst>
          </p:cNvPr>
          <p:cNvSpPr>
            <a:spLocks noGrp="1"/>
          </p:cNvSpPr>
          <p:nvPr>
            <p:ph idx="1"/>
          </p:nvPr>
        </p:nvSpPr>
        <p:spPr/>
        <p:txBody>
          <a:bodyPr>
            <a:normAutofit lnSpcReduction="10000"/>
          </a:bodyPr>
          <a:lstStyle/>
          <a:p>
            <a:r>
              <a:rPr lang="en-GB" dirty="0"/>
              <a:t>Machine learning is a very empirical field</a:t>
            </a:r>
          </a:p>
          <a:p>
            <a:r>
              <a:rPr lang="en-GB" dirty="0"/>
              <a:t>There is very rarely a clear “best” model to use in a situation</a:t>
            </a:r>
          </a:p>
          <a:p>
            <a:r>
              <a:rPr lang="en-GB" dirty="0"/>
              <a:t>You try different ones and test them to see which gives you the best answer</a:t>
            </a:r>
          </a:p>
          <a:p>
            <a:endParaRPr lang="en-GB" dirty="0"/>
          </a:p>
          <a:p>
            <a:r>
              <a:rPr lang="en-GB" dirty="0"/>
              <a:t>In health data science, interpretable and well-validated models are generally more useful than powerful but complicated neural networks</a:t>
            </a:r>
          </a:p>
          <a:p>
            <a:endParaRPr lang="en-GB" dirty="0"/>
          </a:p>
          <a:p>
            <a:r>
              <a:rPr lang="en-GB" dirty="0"/>
              <a:t>In the practical part of this course, you’ll have a chance to play around with lots of different models  </a:t>
            </a:r>
          </a:p>
        </p:txBody>
      </p:sp>
      <p:sp>
        <p:nvSpPr>
          <p:cNvPr id="4" name="Date Placeholder 3">
            <a:extLst>
              <a:ext uri="{FF2B5EF4-FFF2-40B4-BE49-F238E27FC236}">
                <a16:creationId xmlns:a16="http://schemas.microsoft.com/office/drawing/2014/main" id="{C093E9AE-244A-7361-EE5E-BC1560C75131}"/>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D6FD3D1B-8974-1996-56DE-71E6F6143F17}"/>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2912396-85EC-3BE5-2035-A5CA0EC487AC}"/>
              </a:ext>
            </a:extLst>
          </p:cNvPr>
          <p:cNvSpPr>
            <a:spLocks noGrp="1"/>
          </p:cNvSpPr>
          <p:nvPr>
            <p:ph type="sldNum" sz="quarter" idx="12"/>
          </p:nvPr>
        </p:nvSpPr>
        <p:spPr/>
        <p:txBody>
          <a:bodyPr/>
          <a:lstStyle/>
          <a:p>
            <a:fld id="{E7D906D2-95E0-1F43-A885-1A6CB9387C09}" type="slidenum">
              <a:rPr lang="en-GB" smtClean="0"/>
              <a:pPr/>
              <a:t>39</a:t>
            </a:fld>
            <a:endParaRPr lang="en-GB" dirty="0"/>
          </a:p>
        </p:txBody>
      </p:sp>
    </p:spTree>
    <p:extLst>
      <p:ext uri="{BB962C8B-B14F-4D97-AF65-F5344CB8AC3E}">
        <p14:creationId xmlns:p14="http://schemas.microsoft.com/office/powerpoint/2010/main" val="2126156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3389-3D94-3029-BC13-D701827A7C60}"/>
              </a:ext>
            </a:extLst>
          </p:cNvPr>
          <p:cNvSpPr>
            <a:spLocks noGrp="1"/>
          </p:cNvSpPr>
          <p:nvPr>
            <p:ph type="title"/>
          </p:nvPr>
        </p:nvSpPr>
        <p:spPr/>
        <p:txBody>
          <a:bodyPr/>
          <a:lstStyle/>
          <a:p>
            <a:r>
              <a:rPr lang="en-GB" dirty="0"/>
              <a:t>Model Evaluation</a:t>
            </a:r>
          </a:p>
        </p:txBody>
      </p:sp>
      <p:sp>
        <p:nvSpPr>
          <p:cNvPr id="3" name="Content Placeholder 2">
            <a:extLst>
              <a:ext uri="{FF2B5EF4-FFF2-40B4-BE49-F238E27FC236}">
                <a16:creationId xmlns:a16="http://schemas.microsoft.com/office/drawing/2014/main" id="{618AAA76-34B3-C43F-0676-533ED8B9B9E3}"/>
              </a:ext>
            </a:extLst>
          </p:cNvPr>
          <p:cNvSpPr>
            <a:spLocks noGrp="1"/>
          </p:cNvSpPr>
          <p:nvPr>
            <p:ph idx="1"/>
          </p:nvPr>
        </p:nvSpPr>
        <p:spPr/>
        <p:txBody>
          <a:bodyPr/>
          <a:lstStyle/>
          <a:p>
            <a:r>
              <a:rPr lang="en-GB" dirty="0"/>
              <a:t>Machine learning is empirical</a:t>
            </a:r>
          </a:p>
          <a:p>
            <a:r>
              <a:rPr lang="en-GB" dirty="0"/>
              <a:t>There are very rarely theoretical guarantees of what is “best”: we use what turns out to perform best</a:t>
            </a:r>
          </a:p>
          <a:p>
            <a:r>
              <a:rPr lang="en-GB" dirty="0"/>
              <a:t>Model evaluation is the task of deciding what “best” looks like</a:t>
            </a:r>
          </a:p>
          <a:p>
            <a:r>
              <a:rPr lang="en-GB" dirty="0"/>
              <a:t>Many, many different ways of doing this</a:t>
            </a:r>
          </a:p>
          <a:p>
            <a:pPr lvl="1"/>
            <a:r>
              <a:rPr lang="en-GB" dirty="0">
                <a:hlinkClick r:id="rId2"/>
              </a:rPr>
              <a:t>https://scikit-learn.org/stable/modules/model_evaluation.html</a:t>
            </a:r>
            <a:endParaRPr lang="en-GB" dirty="0"/>
          </a:p>
          <a:p>
            <a:pPr marL="0" indent="0">
              <a:buNone/>
            </a:pPr>
            <a:endParaRPr lang="en-GB" dirty="0"/>
          </a:p>
        </p:txBody>
      </p:sp>
      <p:sp>
        <p:nvSpPr>
          <p:cNvPr id="4" name="Date Placeholder 3">
            <a:extLst>
              <a:ext uri="{FF2B5EF4-FFF2-40B4-BE49-F238E27FC236}">
                <a16:creationId xmlns:a16="http://schemas.microsoft.com/office/drawing/2014/main" id="{1389E4DA-8D85-D09B-61B0-26067A0E04AA}"/>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CF7CAD68-61F5-6D2E-F5C3-0FBE55554576}"/>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A463147F-DAFF-A269-82C9-A56977F850DE}"/>
              </a:ext>
            </a:extLst>
          </p:cNvPr>
          <p:cNvSpPr>
            <a:spLocks noGrp="1"/>
          </p:cNvSpPr>
          <p:nvPr>
            <p:ph type="sldNum" sz="quarter" idx="12"/>
          </p:nvPr>
        </p:nvSpPr>
        <p:spPr/>
        <p:txBody>
          <a:bodyPr/>
          <a:lstStyle/>
          <a:p>
            <a:fld id="{E7D906D2-95E0-1F43-A885-1A6CB9387C09}" type="slidenum">
              <a:rPr lang="en-GB" smtClean="0"/>
              <a:pPr/>
              <a:t>40</a:t>
            </a:fld>
            <a:endParaRPr lang="en-GB" dirty="0"/>
          </a:p>
        </p:txBody>
      </p:sp>
    </p:spTree>
    <p:extLst>
      <p:ext uri="{BB962C8B-B14F-4D97-AF65-F5344CB8AC3E}">
        <p14:creationId xmlns:p14="http://schemas.microsoft.com/office/powerpoint/2010/main" val="3888335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8649-7C60-D55A-FBB9-1E963859645C}"/>
              </a:ext>
            </a:extLst>
          </p:cNvPr>
          <p:cNvSpPr>
            <a:spLocks noGrp="1"/>
          </p:cNvSpPr>
          <p:nvPr>
            <p:ph type="title"/>
          </p:nvPr>
        </p:nvSpPr>
        <p:spPr/>
        <p:txBody>
          <a:bodyPr/>
          <a:lstStyle/>
          <a:p>
            <a:r>
              <a:rPr lang="en-GB" dirty="0"/>
              <a:t>ROC-Curve</a:t>
            </a:r>
          </a:p>
        </p:txBody>
      </p:sp>
      <p:sp>
        <p:nvSpPr>
          <p:cNvPr id="3" name="Content Placeholder 2">
            <a:extLst>
              <a:ext uri="{FF2B5EF4-FFF2-40B4-BE49-F238E27FC236}">
                <a16:creationId xmlns:a16="http://schemas.microsoft.com/office/drawing/2014/main" id="{7256A33A-2811-0A5A-40EE-5D68A14938BA}"/>
              </a:ext>
            </a:extLst>
          </p:cNvPr>
          <p:cNvSpPr>
            <a:spLocks noGrp="1"/>
          </p:cNvSpPr>
          <p:nvPr>
            <p:ph idx="1"/>
          </p:nvPr>
        </p:nvSpPr>
        <p:spPr>
          <a:xfrm>
            <a:off x="308393" y="1825625"/>
            <a:ext cx="6639059" cy="4351338"/>
          </a:xfrm>
        </p:spPr>
        <p:txBody>
          <a:bodyPr/>
          <a:lstStyle/>
          <a:p>
            <a:r>
              <a:rPr lang="en-GB" dirty="0"/>
              <a:t>In this curve, we’re only going to talk about the receiver operating characteristic curve (ROC-curve)</a:t>
            </a:r>
          </a:p>
          <a:p>
            <a:r>
              <a:rPr lang="en-GB" dirty="0"/>
              <a:t>This measures how often a classifier model ranks positive cases above negative cases</a:t>
            </a:r>
          </a:p>
          <a:p>
            <a:r>
              <a:rPr lang="en-GB" dirty="0"/>
              <a:t>A classifier that is random would get it right 50% of the time</a:t>
            </a:r>
          </a:p>
          <a:p>
            <a:endParaRPr lang="en-GB" dirty="0"/>
          </a:p>
        </p:txBody>
      </p:sp>
      <p:sp>
        <p:nvSpPr>
          <p:cNvPr id="4" name="Date Placeholder 3">
            <a:extLst>
              <a:ext uri="{FF2B5EF4-FFF2-40B4-BE49-F238E27FC236}">
                <a16:creationId xmlns:a16="http://schemas.microsoft.com/office/drawing/2014/main" id="{09607AAD-BCD8-AA60-605B-2C0F13D3DD9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3D2C87ED-A82C-42C2-F9E6-B6BA8E03028B}"/>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B23B44B2-AF58-B1D5-0CD4-9F1678D87E1B}"/>
              </a:ext>
            </a:extLst>
          </p:cNvPr>
          <p:cNvSpPr>
            <a:spLocks noGrp="1"/>
          </p:cNvSpPr>
          <p:nvPr>
            <p:ph type="sldNum" sz="quarter" idx="12"/>
          </p:nvPr>
        </p:nvSpPr>
        <p:spPr/>
        <p:txBody>
          <a:bodyPr/>
          <a:lstStyle/>
          <a:p>
            <a:fld id="{E7D906D2-95E0-1F43-A885-1A6CB9387C09}" type="slidenum">
              <a:rPr lang="en-GB" smtClean="0"/>
              <a:pPr/>
              <a:t>41</a:t>
            </a:fld>
            <a:endParaRPr lang="en-GB" dirty="0"/>
          </a:p>
        </p:txBody>
      </p:sp>
    </p:spTree>
    <p:extLst>
      <p:ext uri="{BB962C8B-B14F-4D97-AF65-F5344CB8AC3E}">
        <p14:creationId xmlns:p14="http://schemas.microsoft.com/office/powerpoint/2010/main" val="395990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1FB07-CCBF-4A74-C8EE-1BCE7604B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0DC55-21F5-6F84-9020-6DD555CA699F}"/>
              </a:ext>
            </a:extLst>
          </p:cNvPr>
          <p:cNvSpPr>
            <a:spLocks noGrp="1"/>
          </p:cNvSpPr>
          <p:nvPr>
            <p:ph type="title"/>
          </p:nvPr>
        </p:nvSpPr>
        <p:spPr/>
        <p:txBody>
          <a:bodyPr/>
          <a:lstStyle/>
          <a:p>
            <a:r>
              <a:rPr lang="en-GB" dirty="0"/>
              <a:t>ROC-Curve</a:t>
            </a:r>
          </a:p>
        </p:txBody>
      </p:sp>
      <p:sp>
        <p:nvSpPr>
          <p:cNvPr id="3" name="Content Placeholder 2">
            <a:extLst>
              <a:ext uri="{FF2B5EF4-FFF2-40B4-BE49-F238E27FC236}">
                <a16:creationId xmlns:a16="http://schemas.microsoft.com/office/drawing/2014/main" id="{BEA532DD-A720-C366-DD89-8466316E534B}"/>
              </a:ext>
            </a:extLst>
          </p:cNvPr>
          <p:cNvSpPr>
            <a:spLocks noGrp="1"/>
          </p:cNvSpPr>
          <p:nvPr>
            <p:ph idx="1"/>
          </p:nvPr>
        </p:nvSpPr>
        <p:spPr>
          <a:xfrm>
            <a:off x="308394" y="1825625"/>
            <a:ext cx="5915130" cy="4351338"/>
          </a:xfrm>
        </p:spPr>
        <p:txBody>
          <a:bodyPr/>
          <a:lstStyle/>
          <a:p>
            <a:r>
              <a:rPr lang="en-GB" dirty="0"/>
              <a:t>A useless classifier would be random: still correct 50% of the time (</a:t>
            </a:r>
            <a:r>
              <a:rPr lang="en-GB" dirty="0">
                <a:solidFill>
                  <a:srgbClr val="7C7C7C"/>
                </a:solidFill>
              </a:rPr>
              <a:t>grey</a:t>
            </a:r>
            <a:r>
              <a:rPr lang="en-GB" dirty="0"/>
              <a:t>)</a:t>
            </a:r>
          </a:p>
          <a:p>
            <a:pPr lvl="1"/>
            <a:r>
              <a:rPr lang="en-GB" dirty="0"/>
              <a:t>Area under the curve = 0.5</a:t>
            </a:r>
          </a:p>
          <a:p>
            <a:endParaRPr lang="en-GB" dirty="0"/>
          </a:p>
        </p:txBody>
      </p:sp>
      <p:sp>
        <p:nvSpPr>
          <p:cNvPr id="4" name="Date Placeholder 3">
            <a:extLst>
              <a:ext uri="{FF2B5EF4-FFF2-40B4-BE49-F238E27FC236}">
                <a16:creationId xmlns:a16="http://schemas.microsoft.com/office/drawing/2014/main" id="{1499132E-6FF0-558B-1F66-4B9A548E4085}"/>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DE454753-861E-BC16-1FFA-9871F6CFF32F}"/>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A1C85435-01CF-8AFC-F9D5-71DD15F62379}"/>
              </a:ext>
            </a:extLst>
          </p:cNvPr>
          <p:cNvSpPr>
            <a:spLocks noGrp="1"/>
          </p:cNvSpPr>
          <p:nvPr>
            <p:ph type="sldNum" sz="quarter" idx="12"/>
          </p:nvPr>
        </p:nvSpPr>
        <p:spPr/>
        <p:txBody>
          <a:bodyPr/>
          <a:lstStyle/>
          <a:p>
            <a:fld id="{E7D906D2-95E0-1F43-A885-1A6CB9387C09}" type="slidenum">
              <a:rPr lang="en-GB" smtClean="0"/>
              <a:pPr/>
              <a:t>42</a:t>
            </a:fld>
            <a:endParaRPr lang="en-GB" dirty="0"/>
          </a:p>
        </p:txBody>
      </p:sp>
      <p:pic>
        <p:nvPicPr>
          <p:cNvPr id="8" name="Picture 7" descr="A graph with a line&#10;&#10;AI-generated content may be incorrect.">
            <a:extLst>
              <a:ext uri="{FF2B5EF4-FFF2-40B4-BE49-F238E27FC236}">
                <a16:creationId xmlns:a16="http://schemas.microsoft.com/office/drawing/2014/main" id="{05F68FA0-92B4-FE5C-07B3-5B24D5968C02}"/>
              </a:ext>
            </a:extLst>
          </p:cNvPr>
          <p:cNvPicPr>
            <a:picLocks noChangeAspect="1"/>
          </p:cNvPicPr>
          <p:nvPr/>
        </p:nvPicPr>
        <p:blipFill>
          <a:blip r:embed="rId2"/>
          <a:stretch>
            <a:fillRect/>
          </a:stretch>
        </p:blipFill>
        <p:spPr>
          <a:xfrm>
            <a:off x="6223523" y="1289050"/>
            <a:ext cx="5740400" cy="4279900"/>
          </a:xfrm>
          <a:prstGeom prst="rect">
            <a:avLst/>
          </a:prstGeom>
        </p:spPr>
      </p:pic>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DA6E39D9-8F0D-C3E3-06EB-CB252BC9B96F}"/>
                  </a:ext>
                </a:extLst>
              </p14:cNvPr>
              <p14:cNvContentPartPr/>
              <p14:nvPr/>
            </p14:nvContentPartPr>
            <p14:xfrm>
              <a:off x="7421207" y="2033050"/>
              <a:ext cx="4113360" cy="2967840"/>
            </p14:xfrm>
          </p:contentPart>
        </mc:Choice>
        <mc:Fallback xmlns="">
          <p:pic>
            <p:nvPicPr>
              <p:cNvPr id="15" name="Ink 14">
                <a:extLst>
                  <a:ext uri="{FF2B5EF4-FFF2-40B4-BE49-F238E27FC236}">
                    <a16:creationId xmlns:a16="http://schemas.microsoft.com/office/drawing/2014/main" id="{DA6E39D9-8F0D-C3E3-06EB-CB252BC9B96F}"/>
                  </a:ext>
                </a:extLst>
              </p:cNvPr>
              <p:cNvPicPr/>
              <p:nvPr/>
            </p:nvPicPr>
            <p:blipFill>
              <a:blip r:embed="rId4"/>
              <a:stretch>
                <a:fillRect/>
              </a:stretch>
            </p:blipFill>
            <p:spPr>
              <a:xfrm>
                <a:off x="7358207" y="1970050"/>
                <a:ext cx="4239000" cy="3093480"/>
              </a:xfrm>
              <a:prstGeom prst="rect">
                <a:avLst/>
              </a:prstGeom>
            </p:spPr>
          </p:pic>
        </mc:Fallback>
      </mc:AlternateContent>
    </p:spTree>
    <p:extLst>
      <p:ext uri="{BB962C8B-B14F-4D97-AF65-F5344CB8AC3E}">
        <p14:creationId xmlns:p14="http://schemas.microsoft.com/office/powerpoint/2010/main" val="2788163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1BD26-6289-1550-76E5-476799692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861DF-C9FA-11E2-7ECF-D635C41286E3}"/>
              </a:ext>
            </a:extLst>
          </p:cNvPr>
          <p:cNvSpPr>
            <a:spLocks noGrp="1"/>
          </p:cNvSpPr>
          <p:nvPr>
            <p:ph type="title"/>
          </p:nvPr>
        </p:nvSpPr>
        <p:spPr/>
        <p:txBody>
          <a:bodyPr/>
          <a:lstStyle/>
          <a:p>
            <a:r>
              <a:rPr lang="en-GB" dirty="0"/>
              <a:t>ROC-Curve</a:t>
            </a:r>
          </a:p>
        </p:txBody>
      </p:sp>
      <p:sp>
        <p:nvSpPr>
          <p:cNvPr id="3" name="Content Placeholder 2">
            <a:extLst>
              <a:ext uri="{FF2B5EF4-FFF2-40B4-BE49-F238E27FC236}">
                <a16:creationId xmlns:a16="http://schemas.microsoft.com/office/drawing/2014/main" id="{BA1965DE-A3CB-8E4A-F4B5-81CA1D594370}"/>
              </a:ext>
            </a:extLst>
          </p:cNvPr>
          <p:cNvSpPr>
            <a:spLocks noGrp="1"/>
          </p:cNvSpPr>
          <p:nvPr>
            <p:ph idx="1"/>
          </p:nvPr>
        </p:nvSpPr>
        <p:spPr>
          <a:xfrm>
            <a:off x="308394" y="1825625"/>
            <a:ext cx="5915130" cy="4351338"/>
          </a:xfrm>
        </p:spPr>
        <p:txBody>
          <a:bodyPr/>
          <a:lstStyle/>
          <a:p>
            <a:r>
              <a:rPr lang="en-GB" dirty="0"/>
              <a:t>A useless classifier would be random: still correct 50% of the time (</a:t>
            </a:r>
            <a:r>
              <a:rPr lang="en-GB" dirty="0">
                <a:solidFill>
                  <a:srgbClr val="7C7C7C"/>
                </a:solidFill>
              </a:rPr>
              <a:t>grey</a:t>
            </a:r>
            <a:r>
              <a:rPr lang="en-GB" dirty="0"/>
              <a:t>)</a:t>
            </a:r>
          </a:p>
          <a:p>
            <a:pPr lvl="1"/>
            <a:r>
              <a:rPr lang="en-GB" dirty="0"/>
              <a:t>Area under the curve = 0.5</a:t>
            </a:r>
          </a:p>
          <a:p>
            <a:r>
              <a:rPr lang="en-GB" dirty="0"/>
              <a:t>A perfect classifier would always put the positive cases above the negative ones, no matter the threshold (</a:t>
            </a:r>
            <a:r>
              <a:rPr lang="en-GB" dirty="0">
                <a:solidFill>
                  <a:srgbClr val="FF0000"/>
                </a:solidFill>
              </a:rPr>
              <a:t>red</a:t>
            </a:r>
            <a:r>
              <a:rPr lang="en-GB" dirty="0"/>
              <a:t>)</a:t>
            </a:r>
          </a:p>
          <a:p>
            <a:pPr lvl="1"/>
            <a:r>
              <a:rPr lang="en-GB" dirty="0"/>
              <a:t>Area under the curve = 1.0</a:t>
            </a:r>
          </a:p>
          <a:p>
            <a:endParaRPr lang="en-GB" dirty="0"/>
          </a:p>
          <a:p>
            <a:endParaRPr lang="en-GB" dirty="0"/>
          </a:p>
        </p:txBody>
      </p:sp>
      <p:sp>
        <p:nvSpPr>
          <p:cNvPr id="4" name="Date Placeholder 3">
            <a:extLst>
              <a:ext uri="{FF2B5EF4-FFF2-40B4-BE49-F238E27FC236}">
                <a16:creationId xmlns:a16="http://schemas.microsoft.com/office/drawing/2014/main" id="{5FC2C0F7-32BC-8FDA-59B0-A38A18B76ED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0C8A8C5A-5048-5647-D18E-A83E85500B86}"/>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C75D959A-7BA8-196F-DE95-D89C220918B4}"/>
              </a:ext>
            </a:extLst>
          </p:cNvPr>
          <p:cNvSpPr>
            <a:spLocks noGrp="1"/>
          </p:cNvSpPr>
          <p:nvPr>
            <p:ph type="sldNum" sz="quarter" idx="12"/>
          </p:nvPr>
        </p:nvSpPr>
        <p:spPr/>
        <p:txBody>
          <a:bodyPr/>
          <a:lstStyle/>
          <a:p>
            <a:fld id="{E7D906D2-95E0-1F43-A885-1A6CB9387C09}" type="slidenum">
              <a:rPr lang="en-GB" smtClean="0"/>
              <a:pPr/>
              <a:t>43</a:t>
            </a:fld>
            <a:endParaRPr lang="en-GB" dirty="0"/>
          </a:p>
        </p:txBody>
      </p:sp>
      <p:pic>
        <p:nvPicPr>
          <p:cNvPr id="8" name="Picture 7" descr="A graph with a line&#10;&#10;AI-generated content may be incorrect.">
            <a:extLst>
              <a:ext uri="{FF2B5EF4-FFF2-40B4-BE49-F238E27FC236}">
                <a16:creationId xmlns:a16="http://schemas.microsoft.com/office/drawing/2014/main" id="{4DD4CC45-89F9-AF3A-C783-4B4F1E000223}"/>
              </a:ext>
            </a:extLst>
          </p:cNvPr>
          <p:cNvPicPr>
            <a:picLocks noChangeAspect="1"/>
          </p:cNvPicPr>
          <p:nvPr/>
        </p:nvPicPr>
        <p:blipFill>
          <a:blip r:embed="rId2"/>
          <a:stretch>
            <a:fillRect/>
          </a:stretch>
        </p:blipFill>
        <p:spPr>
          <a:xfrm>
            <a:off x="6223523" y="1289050"/>
            <a:ext cx="5740400" cy="4279900"/>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4A87ADA5-27AB-C543-11C7-E8F75788E03A}"/>
                  </a:ext>
                </a:extLst>
              </p14:cNvPr>
              <p14:cNvContentPartPr/>
              <p14:nvPr/>
            </p14:nvContentPartPr>
            <p14:xfrm>
              <a:off x="7123487" y="1605370"/>
              <a:ext cx="4340160" cy="2976480"/>
            </p14:xfrm>
          </p:contentPart>
        </mc:Choice>
        <mc:Fallback xmlns="">
          <p:pic>
            <p:nvPicPr>
              <p:cNvPr id="14" name="Ink 13">
                <a:extLst>
                  <a:ext uri="{FF2B5EF4-FFF2-40B4-BE49-F238E27FC236}">
                    <a16:creationId xmlns:a16="http://schemas.microsoft.com/office/drawing/2014/main" id="{4A87ADA5-27AB-C543-11C7-E8F75788E03A}"/>
                  </a:ext>
                </a:extLst>
              </p:cNvPr>
              <p:cNvPicPr/>
              <p:nvPr/>
            </p:nvPicPr>
            <p:blipFill>
              <a:blip r:embed="rId4"/>
              <a:stretch>
                <a:fillRect/>
              </a:stretch>
            </p:blipFill>
            <p:spPr>
              <a:xfrm>
                <a:off x="7060847" y="1542370"/>
                <a:ext cx="4465800" cy="3102120"/>
              </a:xfrm>
              <a:prstGeom prst="rect">
                <a:avLst/>
              </a:prstGeom>
            </p:spPr>
          </p:pic>
        </mc:Fallback>
      </mc:AlternateContent>
    </p:spTree>
    <p:extLst>
      <p:ext uri="{BB962C8B-B14F-4D97-AF65-F5344CB8AC3E}">
        <p14:creationId xmlns:p14="http://schemas.microsoft.com/office/powerpoint/2010/main" val="2207850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A434F-7616-22BE-90CC-003E1DF9B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98281-3E93-2D45-05CB-BD64D1DDB3CF}"/>
              </a:ext>
            </a:extLst>
          </p:cNvPr>
          <p:cNvSpPr>
            <a:spLocks noGrp="1"/>
          </p:cNvSpPr>
          <p:nvPr>
            <p:ph type="title"/>
          </p:nvPr>
        </p:nvSpPr>
        <p:spPr/>
        <p:txBody>
          <a:bodyPr/>
          <a:lstStyle/>
          <a:p>
            <a:r>
              <a:rPr lang="en-GB" dirty="0"/>
              <a:t>ROC-Curve</a:t>
            </a:r>
          </a:p>
        </p:txBody>
      </p:sp>
      <p:sp>
        <p:nvSpPr>
          <p:cNvPr id="3" name="Content Placeholder 2">
            <a:extLst>
              <a:ext uri="{FF2B5EF4-FFF2-40B4-BE49-F238E27FC236}">
                <a16:creationId xmlns:a16="http://schemas.microsoft.com/office/drawing/2014/main" id="{A67A6DEC-E72E-FE1D-48DF-A29F56508662}"/>
              </a:ext>
            </a:extLst>
          </p:cNvPr>
          <p:cNvSpPr>
            <a:spLocks noGrp="1"/>
          </p:cNvSpPr>
          <p:nvPr>
            <p:ph idx="1"/>
          </p:nvPr>
        </p:nvSpPr>
        <p:spPr>
          <a:xfrm>
            <a:off x="308394" y="1825625"/>
            <a:ext cx="5915130" cy="4351338"/>
          </a:xfrm>
        </p:spPr>
        <p:txBody>
          <a:bodyPr/>
          <a:lstStyle/>
          <a:p>
            <a:r>
              <a:rPr lang="en-GB" dirty="0"/>
              <a:t>Realistic models appear somewhere between these two lines (</a:t>
            </a:r>
            <a:r>
              <a:rPr lang="en-GB" dirty="0">
                <a:solidFill>
                  <a:srgbClr val="017300"/>
                </a:solidFill>
              </a:rPr>
              <a:t>green</a:t>
            </a:r>
            <a:r>
              <a:rPr lang="en-GB" dirty="0"/>
              <a:t>)</a:t>
            </a:r>
          </a:p>
          <a:p>
            <a:r>
              <a:rPr lang="en-GB" dirty="0"/>
              <a:t>To evaluate a model, we can: </a:t>
            </a:r>
          </a:p>
          <a:p>
            <a:pPr lvl="1"/>
            <a:r>
              <a:rPr lang="en-GB" dirty="0"/>
              <a:t>Plot the ROC curve</a:t>
            </a:r>
          </a:p>
          <a:p>
            <a:pPr lvl="1"/>
            <a:r>
              <a:rPr lang="en-GB" dirty="0"/>
              <a:t>Measure the area under the ROC curve</a:t>
            </a:r>
          </a:p>
          <a:p>
            <a:r>
              <a:rPr lang="en-GB" dirty="0"/>
              <a:t>A “better” model will produce a higher area under the curve</a:t>
            </a:r>
          </a:p>
          <a:p>
            <a:endParaRPr lang="en-GB" dirty="0"/>
          </a:p>
          <a:p>
            <a:pPr marL="0" indent="0">
              <a:buNone/>
            </a:pPr>
            <a:endParaRPr lang="en-GB" dirty="0"/>
          </a:p>
          <a:p>
            <a:endParaRPr lang="en-GB" dirty="0"/>
          </a:p>
          <a:p>
            <a:endParaRPr lang="en-GB" dirty="0"/>
          </a:p>
        </p:txBody>
      </p:sp>
      <p:sp>
        <p:nvSpPr>
          <p:cNvPr id="4" name="Date Placeholder 3">
            <a:extLst>
              <a:ext uri="{FF2B5EF4-FFF2-40B4-BE49-F238E27FC236}">
                <a16:creationId xmlns:a16="http://schemas.microsoft.com/office/drawing/2014/main" id="{B6000D62-AF95-3CFB-4866-F6E43C3FB83A}"/>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85D27829-64E2-D7D5-302C-44162CC18A9A}"/>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D0C86CC3-EC35-1C05-0727-25DA4A0FDCB4}"/>
              </a:ext>
            </a:extLst>
          </p:cNvPr>
          <p:cNvSpPr>
            <a:spLocks noGrp="1"/>
          </p:cNvSpPr>
          <p:nvPr>
            <p:ph type="sldNum" sz="quarter" idx="12"/>
          </p:nvPr>
        </p:nvSpPr>
        <p:spPr/>
        <p:txBody>
          <a:bodyPr/>
          <a:lstStyle/>
          <a:p>
            <a:fld id="{E7D906D2-95E0-1F43-A885-1A6CB9387C09}" type="slidenum">
              <a:rPr lang="en-GB" smtClean="0"/>
              <a:pPr/>
              <a:t>44</a:t>
            </a:fld>
            <a:endParaRPr lang="en-GB" dirty="0"/>
          </a:p>
        </p:txBody>
      </p:sp>
      <p:pic>
        <p:nvPicPr>
          <p:cNvPr id="9" name="Picture 8" descr="A green and white line graph&#10;&#10;AI-generated content may be incorrect.">
            <a:extLst>
              <a:ext uri="{FF2B5EF4-FFF2-40B4-BE49-F238E27FC236}">
                <a16:creationId xmlns:a16="http://schemas.microsoft.com/office/drawing/2014/main" id="{60CECF29-07C0-7D1D-C1F3-D427CD05A705}"/>
              </a:ext>
            </a:extLst>
          </p:cNvPr>
          <p:cNvPicPr>
            <a:picLocks noChangeAspect="1"/>
          </p:cNvPicPr>
          <p:nvPr/>
        </p:nvPicPr>
        <p:blipFill>
          <a:blip r:embed="rId2"/>
          <a:stretch>
            <a:fillRect/>
          </a:stretch>
        </p:blipFill>
        <p:spPr>
          <a:xfrm>
            <a:off x="6143206" y="1487832"/>
            <a:ext cx="5740400" cy="4279900"/>
          </a:xfrm>
          <a:prstGeom prst="rect">
            <a:avLst/>
          </a:prstGeom>
        </p:spPr>
      </p:pic>
    </p:spTree>
    <p:extLst>
      <p:ext uri="{BB962C8B-B14F-4D97-AF65-F5344CB8AC3E}">
        <p14:creationId xmlns:p14="http://schemas.microsoft.com/office/powerpoint/2010/main" val="4135797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F6128-B11E-B3C3-52F3-059E8EE5DA5F}"/>
              </a:ext>
            </a:extLst>
          </p:cNvPr>
          <p:cNvSpPr>
            <a:spLocks noGrp="1"/>
          </p:cNvSpPr>
          <p:nvPr>
            <p:ph type="ctrTitle"/>
          </p:nvPr>
        </p:nvSpPr>
        <p:spPr/>
        <p:txBody>
          <a:bodyPr/>
          <a:lstStyle/>
          <a:p>
            <a:r>
              <a:rPr lang="en-GB" dirty="0"/>
              <a:t>Practical Course</a:t>
            </a:r>
          </a:p>
        </p:txBody>
      </p:sp>
    </p:spTree>
    <p:extLst>
      <p:ext uri="{BB962C8B-B14F-4D97-AF65-F5344CB8AC3E}">
        <p14:creationId xmlns:p14="http://schemas.microsoft.com/office/powerpoint/2010/main" val="282850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D004-8CB6-1A60-76D4-7F781C65E0D4}"/>
              </a:ext>
            </a:extLst>
          </p:cNvPr>
          <p:cNvSpPr>
            <a:spLocks noGrp="1"/>
          </p:cNvSpPr>
          <p:nvPr>
            <p:ph type="title"/>
          </p:nvPr>
        </p:nvSpPr>
        <p:spPr/>
        <p:txBody>
          <a:bodyPr/>
          <a:lstStyle/>
          <a:p>
            <a:r>
              <a:rPr lang="en-GB" dirty="0"/>
              <a:t>Practical Exercises</a:t>
            </a:r>
          </a:p>
        </p:txBody>
      </p:sp>
      <p:sp>
        <p:nvSpPr>
          <p:cNvPr id="3" name="Content Placeholder 2">
            <a:extLst>
              <a:ext uri="{FF2B5EF4-FFF2-40B4-BE49-F238E27FC236}">
                <a16:creationId xmlns:a16="http://schemas.microsoft.com/office/drawing/2014/main" id="{B6693850-3408-39EB-C1AF-1531239226DF}"/>
              </a:ext>
            </a:extLst>
          </p:cNvPr>
          <p:cNvSpPr>
            <a:spLocks noGrp="1"/>
          </p:cNvSpPr>
          <p:nvPr>
            <p:ph idx="1"/>
          </p:nvPr>
        </p:nvSpPr>
        <p:spPr/>
        <p:txBody>
          <a:bodyPr/>
          <a:lstStyle/>
          <a:p>
            <a:r>
              <a:rPr lang="en-GB" dirty="0"/>
              <a:t>The practical exercises are designed to be self-guided</a:t>
            </a:r>
          </a:p>
          <a:p>
            <a:r>
              <a:rPr lang="en-GB" dirty="0"/>
              <a:t>If you have any questions or problems, just ask!</a:t>
            </a:r>
          </a:p>
          <a:p>
            <a:pPr marL="0" indent="0">
              <a:buNone/>
            </a:pPr>
            <a:endParaRPr lang="en-GB" dirty="0"/>
          </a:p>
          <a:p>
            <a:r>
              <a:rPr lang="en-GB" dirty="0"/>
              <a:t>The idea is to see how these techniques could be used - this is not at all comprehensive!</a:t>
            </a:r>
          </a:p>
          <a:p>
            <a:r>
              <a:rPr lang="en-GB" dirty="0"/>
              <a:t>I’ll send out a full set of “solutions” after the end of the course</a:t>
            </a:r>
          </a:p>
        </p:txBody>
      </p:sp>
      <p:sp>
        <p:nvSpPr>
          <p:cNvPr id="4" name="Date Placeholder 3">
            <a:extLst>
              <a:ext uri="{FF2B5EF4-FFF2-40B4-BE49-F238E27FC236}">
                <a16:creationId xmlns:a16="http://schemas.microsoft.com/office/drawing/2014/main" id="{3D7140B4-C022-780C-6BD9-272293CD22A2}"/>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1EF57DF7-8C25-22C5-0B1B-60071F5E69D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B909D8B6-EC7A-67C2-88FC-D678B6DA3E20}"/>
              </a:ext>
            </a:extLst>
          </p:cNvPr>
          <p:cNvSpPr>
            <a:spLocks noGrp="1"/>
          </p:cNvSpPr>
          <p:nvPr>
            <p:ph type="sldNum" sz="quarter" idx="12"/>
          </p:nvPr>
        </p:nvSpPr>
        <p:spPr/>
        <p:txBody>
          <a:bodyPr/>
          <a:lstStyle/>
          <a:p>
            <a:fld id="{E7D906D2-95E0-1F43-A885-1A6CB9387C09}" type="slidenum">
              <a:rPr lang="en-GB" smtClean="0"/>
              <a:pPr/>
              <a:t>46</a:t>
            </a:fld>
            <a:endParaRPr lang="en-GB" dirty="0"/>
          </a:p>
        </p:txBody>
      </p:sp>
    </p:spTree>
    <p:extLst>
      <p:ext uri="{BB962C8B-B14F-4D97-AF65-F5344CB8AC3E}">
        <p14:creationId xmlns:p14="http://schemas.microsoft.com/office/powerpoint/2010/main" val="2686748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D299-C370-9058-9E70-98CE6A6D0AB1}"/>
              </a:ext>
            </a:extLst>
          </p:cNvPr>
          <p:cNvSpPr>
            <a:spLocks noGrp="1"/>
          </p:cNvSpPr>
          <p:nvPr>
            <p:ph type="title"/>
          </p:nvPr>
        </p:nvSpPr>
        <p:spPr/>
        <p:txBody>
          <a:bodyPr/>
          <a:lstStyle/>
          <a:p>
            <a:r>
              <a:rPr lang="en-GB" dirty="0"/>
              <a:t>Tips for coding</a:t>
            </a:r>
          </a:p>
        </p:txBody>
      </p:sp>
      <p:sp>
        <p:nvSpPr>
          <p:cNvPr id="3" name="Content Placeholder 2">
            <a:extLst>
              <a:ext uri="{FF2B5EF4-FFF2-40B4-BE49-F238E27FC236}">
                <a16:creationId xmlns:a16="http://schemas.microsoft.com/office/drawing/2014/main" id="{499C791F-CBD4-7D4F-788C-B9B3066C66A9}"/>
              </a:ext>
            </a:extLst>
          </p:cNvPr>
          <p:cNvSpPr>
            <a:spLocks noGrp="1"/>
          </p:cNvSpPr>
          <p:nvPr>
            <p:ph idx="1"/>
          </p:nvPr>
        </p:nvSpPr>
        <p:spPr/>
        <p:txBody>
          <a:bodyPr>
            <a:normAutofit fontScale="92500" lnSpcReduction="20000"/>
          </a:bodyPr>
          <a:lstStyle/>
          <a:p>
            <a:r>
              <a:rPr lang="en-GB" dirty="0"/>
              <a:t>Make mistakes!</a:t>
            </a:r>
          </a:p>
          <a:p>
            <a:pPr lvl="1"/>
            <a:r>
              <a:rPr lang="en-GB" dirty="0"/>
              <a:t>Coding is iterative!</a:t>
            </a:r>
          </a:p>
          <a:p>
            <a:pPr lvl="1"/>
            <a:r>
              <a:rPr lang="en-GB" dirty="0"/>
              <a:t>Nothing ever works first time</a:t>
            </a:r>
          </a:p>
          <a:p>
            <a:pPr lvl="1"/>
            <a:endParaRPr lang="en-GB" dirty="0"/>
          </a:p>
          <a:p>
            <a:r>
              <a:rPr lang="en-GB" dirty="0"/>
              <a:t>Visualise your data wherever you can</a:t>
            </a:r>
          </a:p>
          <a:p>
            <a:pPr lvl="1"/>
            <a:r>
              <a:rPr lang="en-GB" dirty="0"/>
              <a:t>It gives you an idea what is going on </a:t>
            </a:r>
          </a:p>
          <a:p>
            <a:pPr marL="457200" lvl="1" indent="0">
              <a:buNone/>
            </a:pPr>
            <a:endParaRPr lang="en-GB" dirty="0"/>
          </a:p>
          <a:p>
            <a:r>
              <a:rPr lang="en-GB" dirty="0"/>
              <a:t>Use your peers and your teachers for help</a:t>
            </a:r>
          </a:p>
          <a:p>
            <a:endParaRPr lang="en-GB" dirty="0"/>
          </a:p>
          <a:p>
            <a:r>
              <a:rPr lang="en-GB" dirty="0"/>
              <a:t>AI is your friend</a:t>
            </a:r>
          </a:p>
          <a:p>
            <a:pPr lvl="1"/>
            <a:r>
              <a:rPr lang="en-GB" dirty="0"/>
              <a:t>AI is exceptionally good at coding, especially in fixing bugs!</a:t>
            </a:r>
          </a:p>
          <a:p>
            <a:pPr lvl="1"/>
            <a:r>
              <a:rPr lang="en-GB" b="1" dirty="0"/>
              <a:t>Try to write the code first yourself</a:t>
            </a:r>
            <a:r>
              <a:rPr lang="en-GB" dirty="0"/>
              <a:t>, but feel free to use ChatGPT/Claude/Gemini to help you if you get really stuck</a:t>
            </a:r>
            <a:endParaRPr lang="en-GB" b="1" dirty="0"/>
          </a:p>
          <a:p>
            <a:endParaRPr lang="en-GB" dirty="0"/>
          </a:p>
          <a:p>
            <a:endParaRPr lang="en-GB" dirty="0"/>
          </a:p>
        </p:txBody>
      </p:sp>
      <p:sp>
        <p:nvSpPr>
          <p:cNvPr id="4" name="Date Placeholder 3">
            <a:extLst>
              <a:ext uri="{FF2B5EF4-FFF2-40B4-BE49-F238E27FC236}">
                <a16:creationId xmlns:a16="http://schemas.microsoft.com/office/drawing/2014/main" id="{963FE938-67AF-3367-6D1B-E6C035B2A350}"/>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296C5F69-07B2-ED05-BA97-17AB53026AF8}"/>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453982B1-FAD4-6278-2436-A4213DA00C8C}"/>
              </a:ext>
            </a:extLst>
          </p:cNvPr>
          <p:cNvSpPr>
            <a:spLocks noGrp="1"/>
          </p:cNvSpPr>
          <p:nvPr>
            <p:ph type="sldNum" sz="quarter" idx="12"/>
          </p:nvPr>
        </p:nvSpPr>
        <p:spPr/>
        <p:txBody>
          <a:bodyPr/>
          <a:lstStyle/>
          <a:p>
            <a:fld id="{E7D906D2-95E0-1F43-A885-1A6CB9387C09}" type="slidenum">
              <a:rPr lang="en-GB" smtClean="0"/>
              <a:pPr/>
              <a:t>47</a:t>
            </a:fld>
            <a:endParaRPr lang="en-GB" dirty="0"/>
          </a:p>
        </p:txBody>
      </p:sp>
    </p:spTree>
    <p:extLst>
      <p:ext uri="{BB962C8B-B14F-4D97-AF65-F5344CB8AC3E}">
        <p14:creationId xmlns:p14="http://schemas.microsoft.com/office/powerpoint/2010/main" val="3640672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05294-4678-3308-B868-8E21AB733ACC}"/>
              </a:ext>
            </a:extLst>
          </p:cNvPr>
          <p:cNvSpPr>
            <a:spLocks noGrp="1"/>
          </p:cNvSpPr>
          <p:nvPr>
            <p:ph type="title"/>
          </p:nvPr>
        </p:nvSpPr>
        <p:spPr/>
        <p:txBody>
          <a:bodyPr/>
          <a:lstStyle/>
          <a:p>
            <a:r>
              <a:rPr lang="en-GB" dirty="0"/>
              <a:t>Google </a:t>
            </a:r>
            <a:r>
              <a:rPr lang="en-GB" dirty="0" err="1"/>
              <a:t>Colab</a:t>
            </a:r>
            <a:endParaRPr lang="en-GB" dirty="0"/>
          </a:p>
        </p:txBody>
      </p:sp>
      <p:sp>
        <p:nvSpPr>
          <p:cNvPr id="3" name="Content Placeholder 2">
            <a:extLst>
              <a:ext uri="{FF2B5EF4-FFF2-40B4-BE49-F238E27FC236}">
                <a16:creationId xmlns:a16="http://schemas.microsoft.com/office/drawing/2014/main" id="{BDE5AFCE-DFFE-9968-FBD1-0F1B468EBF21}"/>
              </a:ext>
            </a:extLst>
          </p:cNvPr>
          <p:cNvSpPr>
            <a:spLocks noGrp="1"/>
          </p:cNvSpPr>
          <p:nvPr>
            <p:ph idx="1"/>
          </p:nvPr>
        </p:nvSpPr>
        <p:spPr/>
        <p:txBody>
          <a:bodyPr/>
          <a:lstStyle/>
          <a:p>
            <a:r>
              <a:rPr lang="en-GB" dirty="0"/>
              <a:t>Before the course, you were asked to make sure you all had a Google account</a:t>
            </a:r>
          </a:p>
          <a:p>
            <a:r>
              <a:rPr lang="en-GB" dirty="0"/>
              <a:t>The course notebook runs in Google </a:t>
            </a:r>
            <a:r>
              <a:rPr lang="en-GB" dirty="0" err="1"/>
              <a:t>Colab</a:t>
            </a:r>
            <a:r>
              <a:rPr lang="en-GB" dirty="0"/>
              <a:t>, which is an online platform for running interactive Python notebooks</a:t>
            </a:r>
          </a:p>
          <a:p>
            <a:r>
              <a:rPr lang="en-GB" dirty="0"/>
              <a:t>You can find the course content at this URL:</a:t>
            </a:r>
          </a:p>
          <a:p>
            <a:pPr lvl="1"/>
            <a:r>
              <a:rPr lang="en-GB" dirty="0" err="1"/>
              <a:t>github.com</a:t>
            </a:r>
            <a:r>
              <a:rPr lang="en-GB" dirty="0"/>
              <a:t>/</a:t>
            </a:r>
            <a:r>
              <a:rPr lang="en-GB" dirty="0" err="1"/>
              <a:t>griffinfarrow</a:t>
            </a:r>
            <a:r>
              <a:rPr lang="en-GB" dirty="0"/>
              <a:t>/</a:t>
            </a:r>
            <a:r>
              <a:rPr lang="en-GB" dirty="0" err="1"/>
              <a:t>ML_for_</a:t>
            </a:r>
            <a:r>
              <a:rPr lang="en-GB" err="1"/>
              <a:t>Biomarker</a:t>
            </a:r>
            <a:r>
              <a:rPr lang="en-GB"/>
              <a:t>_Discovery</a:t>
            </a:r>
            <a:endParaRPr lang="en-GB" dirty="0"/>
          </a:p>
        </p:txBody>
      </p:sp>
      <p:sp>
        <p:nvSpPr>
          <p:cNvPr id="4" name="Date Placeholder 3">
            <a:extLst>
              <a:ext uri="{FF2B5EF4-FFF2-40B4-BE49-F238E27FC236}">
                <a16:creationId xmlns:a16="http://schemas.microsoft.com/office/drawing/2014/main" id="{8B113D02-6554-7B5D-C664-11574C18CCA9}"/>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AC7A4DCE-961A-4DA9-90AE-97D12C52FDA3}"/>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BB208953-1170-08DF-739C-5CDD12042F3B}"/>
              </a:ext>
            </a:extLst>
          </p:cNvPr>
          <p:cNvSpPr>
            <a:spLocks noGrp="1"/>
          </p:cNvSpPr>
          <p:nvPr>
            <p:ph type="sldNum" sz="quarter" idx="12"/>
          </p:nvPr>
        </p:nvSpPr>
        <p:spPr/>
        <p:txBody>
          <a:bodyPr/>
          <a:lstStyle/>
          <a:p>
            <a:fld id="{E7D906D2-95E0-1F43-A885-1A6CB9387C09}" type="slidenum">
              <a:rPr lang="en-GB" smtClean="0"/>
              <a:pPr/>
              <a:t>48</a:t>
            </a:fld>
            <a:endParaRPr lang="en-GB" dirty="0"/>
          </a:p>
        </p:txBody>
      </p:sp>
    </p:spTree>
    <p:extLst>
      <p:ext uri="{BB962C8B-B14F-4D97-AF65-F5344CB8AC3E}">
        <p14:creationId xmlns:p14="http://schemas.microsoft.com/office/powerpoint/2010/main" val="910080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69A29-FF04-B5DB-6F67-2B5CB81CC6CC}"/>
              </a:ext>
            </a:extLst>
          </p:cNvPr>
          <p:cNvSpPr>
            <a:spLocks noGrp="1"/>
          </p:cNvSpPr>
          <p:nvPr>
            <p:ph type="ctrTitle"/>
          </p:nvPr>
        </p:nvSpPr>
        <p:spPr/>
        <p:txBody>
          <a:bodyPr/>
          <a:lstStyle/>
          <a:p>
            <a:r>
              <a:rPr lang="en-GB" dirty="0"/>
              <a:t>Summary</a:t>
            </a:r>
          </a:p>
        </p:txBody>
      </p:sp>
    </p:spTree>
    <p:extLst>
      <p:ext uri="{BB962C8B-B14F-4D97-AF65-F5344CB8AC3E}">
        <p14:creationId xmlns:p14="http://schemas.microsoft.com/office/powerpoint/2010/main" val="70344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2687D-EFEF-BFE8-00B0-AE671D7B740B}"/>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8141E861-A433-903A-C3C8-3459D8850068}"/>
              </a:ext>
            </a:extLst>
          </p:cNvPr>
          <p:cNvSpPr>
            <a:spLocks noGrp="1"/>
          </p:cNvSpPr>
          <p:nvPr>
            <p:ph idx="1"/>
          </p:nvPr>
        </p:nvSpPr>
        <p:spPr/>
        <p:txBody>
          <a:bodyPr/>
          <a:lstStyle/>
          <a:p>
            <a:r>
              <a:rPr lang="en-GB" dirty="0"/>
              <a:t>Thank you for coming along to the course, we hope you enjoyed it!</a:t>
            </a:r>
          </a:p>
          <a:p>
            <a:endParaRPr lang="en-GB" dirty="0"/>
          </a:p>
          <a:p>
            <a:r>
              <a:rPr lang="en-GB" dirty="0"/>
              <a:t>If you haven’t finished the practical exercises yet, try to finish them in your own time. This is hopefully a helpful companion to future work you might do in machine learning</a:t>
            </a:r>
          </a:p>
          <a:p>
            <a:endParaRPr lang="en-GB" dirty="0"/>
          </a:p>
          <a:p>
            <a:r>
              <a:rPr lang="en-GB" dirty="0"/>
              <a:t>We will send out some “solutions” in about a week</a:t>
            </a:r>
          </a:p>
        </p:txBody>
      </p:sp>
      <p:sp>
        <p:nvSpPr>
          <p:cNvPr id="4" name="Date Placeholder 3">
            <a:extLst>
              <a:ext uri="{FF2B5EF4-FFF2-40B4-BE49-F238E27FC236}">
                <a16:creationId xmlns:a16="http://schemas.microsoft.com/office/drawing/2014/main" id="{F571449B-A98E-FA3B-26A5-FF38428D6EC6}"/>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43592014-C5BB-6012-C5FA-D1B52A8A453A}"/>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4837702-05ED-23EA-DAE3-1C8EE6376BED}"/>
              </a:ext>
            </a:extLst>
          </p:cNvPr>
          <p:cNvSpPr>
            <a:spLocks noGrp="1"/>
          </p:cNvSpPr>
          <p:nvPr>
            <p:ph type="sldNum" sz="quarter" idx="12"/>
          </p:nvPr>
        </p:nvSpPr>
        <p:spPr/>
        <p:txBody>
          <a:bodyPr/>
          <a:lstStyle/>
          <a:p>
            <a:fld id="{E7D906D2-95E0-1F43-A885-1A6CB9387C09}" type="slidenum">
              <a:rPr lang="en-GB" smtClean="0"/>
              <a:pPr/>
              <a:t>50</a:t>
            </a:fld>
            <a:endParaRPr lang="en-GB" dirty="0"/>
          </a:p>
        </p:txBody>
      </p:sp>
    </p:spTree>
    <p:extLst>
      <p:ext uri="{BB962C8B-B14F-4D97-AF65-F5344CB8AC3E}">
        <p14:creationId xmlns:p14="http://schemas.microsoft.com/office/powerpoint/2010/main" val="1427380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6B281-F5B6-DEB3-C33E-64DDFF5AA5BF}"/>
              </a:ext>
            </a:extLst>
          </p:cNvPr>
          <p:cNvSpPr>
            <a:spLocks noGrp="1"/>
          </p:cNvSpPr>
          <p:nvPr>
            <p:ph type="title"/>
          </p:nvPr>
        </p:nvSpPr>
        <p:spPr/>
        <p:txBody>
          <a:bodyPr/>
          <a:lstStyle/>
          <a:p>
            <a:r>
              <a:rPr lang="en-GB" dirty="0"/>
              <a:t>What should you be able to do?</a:t>
            </a:r>
          </a:p>
        </p:txBody>
      </p:sp>
      <p:sp>
        <p:nvSpPr>
          <p:cNvPr id="3" name="Content Placeholder 2">
            <a:extLst>
              <a:ext uri="{FF2B5EF4-FFF2-40B4-BE49-F238E27FC236}">
                <a16:creationId xmlns:a16="http://schemas.microsoft.com/office/drawing/2014/main" id="{150C1640-313C-090E-6A5A-BFCBF873222B}"/>
              </a:ext>
            </a:extLst>
          </p:cNvPr>
          <p:cNvSpPr>
            <a:spLocks noGrp="1"/>
          </p:cNvSpPr>
          <p:nvPr>
            <p:ph idx="1"/>
          </p:nvPr>
        </p:nvSpPr>
        <p:spPr/>
        <p:txBody>
          <a:bodyPr/>
          <a:lstStyle/>
          <a:p>
            <a:r>
              <a:rPr lang="en-GB" dirty="0"/>
              <a:t>Define what a biomarker is, and what a biomarker needs to be useful </a:t>
            </a:r>
          </a:p>
          <a:p>
            <a:r>
              <a:rPr lang="en-GB" dirty="0"/>
              <a:t>Describe what the phases in biomarker discovery are</a:t>
            </a:r>
          </a:p>
          <a:p>
            <a:r>
              <a:rPr lang="en-GB" dirty="0"/>
              <a:t>Understand how machine learning can help in biomarker discovery, and the types of machine learning that are used</a:t>
            </a:r>
          </a:p>
          <a:p>
            <a:r>
              <a:rPr lang="en-GB" dirty="0"/>
              <a:t>See how to use </a:t>
            </a:r>
            <a:r>
              <a:rPr lang="en-GB" dirty="0">
                <a:latin typeface="Courier New" panose="02070309020205020404" pitchFamily="49" charset="0"/>
                <a:cs typeface="Courier New" panose="02070309020205020404" pitchFamily="49" charset="0"/>
              </a:rPr>
              <a:t>pandas</a:t>
            </a:r>
            <a:r>
              <a:rPr lang="en-GB" dirty="0"/>
              <a:t>, </a:t>
            </a:r>
            <a:r>
              <a:rPr lang="en-GB" dirty="0">
                <a:latin typeface="Courier New" panose="02070309020205020404" pitchFamily="49" charset="0"/>
                <a:cs typeface="Courier New" panose="02070309020205020404" pitchFamily="49" charset="0"/>
              </a:rPr>
              <a:t>UMAP</a:t>
            </a:r>
            <a:r>
              <a:rPr lang="en-GB" dirty="0"/>
              <a:t> and </a:t>
            </a:r>
            <a:r>
              <a:rPr lang="en-GB" dirty="0">
                <a:latin typeface="Courier New" panose="02070309020205020404" pitchFamily="49" charset="0"/>
                <a:cs typeface="Courier New" panose="02070309020205020404" pitchFamily="49" charset="0"/>
              </a:rPr>
              <a:t>scikit-learn </a:t>
            </a:r>
            <a:r>
              <a:rPr lang="en-GB" dirty="0">
                <a:cs typeface="Courier New" panose="02070309020205020404" pitchFamily="49" charset="0"/>
              </a:rPr>
              <a:t>to read in data, filter it, and build machine learning models</a:t>
            </a:r>
            <a:endParaRPr lang="en-GB" dirty="0">
              <a:latin typeface="Courier New" panose="02070309020205020404" pitchFamily="49" charset="0"/>
              <a:cs typeface="Courier New" panose="02070309020205020404" pitchFamily="49" charset="0"/>
            </a:endParaRPr>
          </a:p>
        </p:txBody>
      </p:sp>
      <p:sp>
        <p:nvSpPr>
          <p:cNvPr id="4" name="Date Placeholder 3">
            <a:extLst>
              <a:ext uri="{FF2B5EF4-FFF2-40B4-BE49-F238E27FC236}">
                <a16:creationId xmlns:a16="http://schemas.microsoft.com/office/drawing/2014/main" id="{EE7D7E04-9224-9C18-F84B-1656464F472C}"/>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48FBF7E6-F065-2299-2A83-17F5015BDADF}"/>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CF8AAB8-4758-BACF-D10A-FC6F16EEF8C0}"/>
              </a:ext>
            </a:extLst>
          </p:cNvPr>
          <p:cNvSpPr>
            <a:spLocks noGrp="1"/>
          </p:cNvSpPr>
          <p:nvPr>
            <p:ph type="sldNum" sz="quarter" idx="12"/>
          </p:nvPr>
        </p:nvSpPr>
        <p:spPr/>
        <p:txBody>
          <a:bodyPr/>
          <a:lstStyle/>
          <a:p>
            <a:fld id="{E7D906D2-95E0-1F43-A885-1A6CB9387C09}" type="slidenum">
              <a:rPr lang="en-GB" smtClean="0"/>
              <a:pPr/>
              <a:t>51</a:t>
            </a:fld>
            <a:endParaRPr lang="en-GB" dirty="0"/>
          </a:p>
        </p:txBody>
      </p:sp>
    </p:spTree>
    <p:extLst>
      <p:ext uri="{BB962C8B-B14F-4D97-AF65-F5344CB8AC3E}">
        <p14:creationId xmlns:p14="http://schemas.microsoft.com/office/powerpoint/2010/main" val="1576474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BDED-DF4D-894C-9DDB-8FE397CA20FC}"/>
              </a:ext>
            </a:extLst>
          </p:cNvPr>
          <p:cNvSpPr>
            <a:spLocks noGrp="1"/>
          </p:cNvSpPr>
          <p:nvPr>
            <p:ph type="title"/>
          </p:nvPr>
        </p:nvSpPr>
        <p:spPr/>
        <p:txBody>
          <a:bodyPr/>
          <a:lstStyle/>
          <a:p>
            <a:r>
              <a:rPr lang="en-GB" dirty="0"/>
              <a:t>What have we not really covered?</a:t>
            </a:r>
          </a:p>
        </p:txBody>
      </p:sp>
      <p:sp>
        <p:nvSpPr>
          <p:cNvPr id="3" name="Content Placeholder 2">
            <a:extLst>
              <a:ext uri="{FF2B5EF4-FFF2-40B4-BE49-F238E27FC236}">
                <a16:creationId xmlns:a16="http://schemas.microsoft.com/office/drawing/2014/main" id="{9912EBCB-88BB-E084-68CE-1AF38F5E9C8B}"/>
              </a:ext>
            </a:extLst>
          </p:cNvPr>
          <p:cNvSpPr>
            <a:spLocks noGrp="1"/>
          </p:cNvSpPr>
          <p:nvPr>
            <p:ph idx="1"/>
          </p:nvPr>
        </p:nvSpPr>
        <p:spPr/>
        <p:txBody>
          <a:bodyPr>
            <a:normAutofit fontScale="92500" lnSpcReduction="10000"/>
          </a:bodyPr>
          <a:lstStyle/>
          <a:p>
            <a:r>
              <a:rPr lang="en-GB" dirty="0"/>
              <a:t>Sadly, there is only so much we can cover in 2 hours. We’ve tried to structure the course to cover as much breadth as possible, but we’ve sacrificed depth to do this.</a:t>
            </a:r>
          </a:p>
          <a:p>
            <a:r>
              <a:rPr lang="en-GB" dirty="0"/>
              <a:t>There are many concepts in machine learning and biomarker discovery that we have not done proper justice to:</a:t>
            </a:r>
          </a:p>
          <a:p>
            <a:pPr lvl="1"/>
            <a:r>
              <a:rPr lang="en-GB" dirty="0"/>
              <a:t>Hyperparameter tuning and cross-validation</a:t>
            </a:r>
          </a:p>
          <a:p>
            <a:pPr lvl="1"/>
            <a:r>
              <a:rPr lang="en-GB" dirty="0"/>
              <a:t>Data cleaning and normalisation</a:t>
            </a:r>
          </a:p>
          <a:p>
            <a:pPr lvl="1"/>
            <a:r>
              <a:rPr lang="en-GB" dirty="0"/>
              <a:t>Clustering</a:t>
            </a:r>
          </a:p>
          <a:p>
            <a:pPr lvl="1"/>
            <a:r>
              <a:rPr lang="en-GB" dirty="0"/>
              <a:t>Survival analysis</a:t>
            </a:r>
          </a:p>
          <a:p>
            <a:r>
              <a:rPr lang="en-GB" dirty="0"/>
              <a:t>At the end of the practical exercises, we’ve included links to several resources. We strongly recommend you check them out to understand a bit more about these topics!</a:t>
            </a:r>
          </a:p>
          <a:p>
            <a:pPr marL="0" indent="0">
              <a:buNone/>
            </a:pPr>
            <a:endParaRPr lang="en-GB" dirty="0"/>
          </a:p>
        </p:txBody>
      </p:sp>
      <p:sp>
        <p:nvSpPr>
          <p:cNvPr id="4" name="Date Placeholder 3">
            <a:extLst>
              <a:ext uri="{FF2B5EF4-FFF2-40B4-BE49-F238E27FC236}">
                <a16:creationId xmlns:a16="http://schemas.microsoft.com/office/drawing/2014/main" id="{C4A46001-72A2-1529-AFFE-7D437F3413FB}"/>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6D0ADA5C-1DAD-D4E2-7A50-2764EA9E15A1}"/>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506FAB2B-021A-5B4C-8E28-4856391CB9F4}"/>
              </a:ext>
            </a:extLst>
          </p:cNvPr>
          <p:cNvSpPr>
            <a:spLocks noGrp="1"/>
          </p:cNvSpPr>
          <p:nvPr>
            <p:ph type="sldNum" sz="quarter" idx="12"/>
          </p:nvPr>
        </p:nvSpPr>
        <p:spPr/>
        <p:txBody>
          <a:bodyPr/>
          <a:lstStyle/>
          <a:p>
            <a:fld id="{E7D906D2-95E0-1F43-A885-1A6CB9387C09}" type="slidenum">
              <a:rPr lang="en-GB" smtClean="0"/>
              <a:pPr/>
              <a:t>52</a:t>
            </a:fld>
            <a:endParaRPr lang="en-GB" dirty="0"/>
          </a:p>
        </p:txBody>
      </p:sp>
    </p:spTree>
    <p:extLst>
      <p:ext uri="{BB962C8B-B14F-4D97-AF65-F5344CB8AC3E}">
        <p14:creationId xmlns:p14="http://schemas.microsoft.com/office/powerpoint/2010/main" val="2222271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F8EE43-2F79-9942-1187-5B3A3513A2AC}"/>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81AB5C2D-6E7B-833F-93E6-5234045D06F8}"/>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14B8A6C-0D75-F5A0-07BC-AAA3437DD6A7}"/>
              </a:ext>
            </a:extLst>
          </p:cNvPr>
          <p:cNvSpPr>
            <a:spLocks noGrp="1"/>
          </p:cNvSpPr>
          <p:nvPr>
            <p:ph type="sldNum" sz="quarter" idx="12"/>
          </p:nvPr>
        </p:nvSpPr>
        <p:spPr/>
        <p:txBody>
          <a:bodyPr/>
          <a:lstStyle/>
          <a:p>
            <a:fld id="{E7D906D2-95E0-1F43-A885-1A6CB9387C09}" type="slidenum">
              <a:rPr lang="en-GB" smtClean="0"/>
              <a:pPr/>
              <a:t>53</a:t>
            </a:fld>
            <a:endParaRPr lang="en-GB" dirty="0"/>
          </a:p>
        </p:txBody>
      </p:sp>
      <p:sp>
        <p:nvSpPr>
          <p:cNvPr id="9" name="Rectangle 8">
            <a:extLst>
              <a:ext uri="{FF2B5EF4-FFF2-40B4-BE49-F238E27FC236}">
                <a16:creationId xmlns:a16="http://schemas.microsoft.com/office/drawing/2014/main" id="{D0D8231F-78EB-67C3-22AF-C7B37BB839F3}"/>
              </a:ext>
            </a:extLst>
          </p:cNvPr>
          <p:cNvSpPr/>
          <p:nvPr/>
        </p:nvSpPr>
        <p:spPr>
          <a:xfrm>
            <a:off x="4303684" y="2967335"/>
            <a:ext cx="3584636" cy="923330"/>
          </a:xfrm>
          <a:prstGeom prst="rect">
            <a:avLst/>
          </a:prstGeom>
          <a:noFill/>
        </p:spPr>
        <p:txBody>
          <a:bodyPr wrap="none" lIns="91440" tIns="45720" rIns="91440" bIns="45720">
            <a:spAutoFit/>
          </a:bodyPr>
          <a:lstStyle/>
          <a:p>
            <a:pPr algn="ctr"/>
            <a:r>
              <a:rPr lang="en-GB"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Good luck!</a:t>
            </a:r>
          </a:p>
        </p:txBody>
      </p:sp>
    </p:spTree>
    <p:extLst>
      <p:ext uri="{BB962C8B-B14F-4D97-AF65-F5344CB8AC3E}">
        <p14:creationId xmlns:p14="http://schemas.microsoft.com/office/powerpoint/2010/main" val="23518099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B4CCF-816E-F8BB-69B1-18469741523B}"/>
              </a:ext>
            </a:extLst>
          </p:cNvPr>
          <p:cNvSpPr>
            <a:spLocks noGrp="1"/>
          </p:cNvSpPr>
          <p:nvPr>
            <p:ph type="ctrTitle"/>
          </p:nvPr>
        </p:nvSpPr>
        <p:spPr/>
        <p:txBody>
          <a:bodyPr/>
          <a:lstStyle/>
          <a:p>
            <a:r>
              <a:rPr lang="en-GB" dirty="0"/>
              <a:t>Extension: How do we tell how good our biomarker is? </a:t>
            </a:r>
          </a:p>
        </p:txBody>
      </p:sp>
    </p:spTree>
    <p:extLst>
      <p:ext uri="{BB962C8B-B14F-4D97-AF65-F5344CB8AC3E}">
        <p14:creationId xmlns:p14="http://schemas.microsoft.com/office/powerpoint/2010/main" val="184165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F8094-199C-CBC9-55F7-C49890488CB2}"/>
              </a:ext>
            </a:extLst>
          </p:cNvPr>
          <p:cNvSpPr>
            <a:spLocks noGrp="1"/>
          </p:cNvSpPr>
          <p:nvPr>
            <p:ph type="title"/>
          </p:nvPr>
        </p:nvSpPr>
        <p:spPr/>
        <p:txBody>
          <a:bodyPr/>
          <a:lstStyle/>
          <a:p>
            <a:r>
              <a:rPr lang="en-GB" dirty="0"/>
              <a:t>How do you tell if your biomarker works?</a:t>
            </a:r>
          </a:p>
        </p:txBody>
      </p:sp>
      <p:sp>
        <p:nvSpPr>
          <p:cNvPr id="3" name="Content Placeholder 2">
            <a:extLst>
              <a:ext uri="{FF2B5EF4-FFF2-40B4-BE49-F238E27FC236}">
                <a16:creationId xmlns:a16="http://schemas.microsoft.com/office/drawing/2014/main" id="{BE023021-CDA5-F59F-084D-85511554AFC2}"/>
              </a:ext>
            </a:extLst>
          </p:cNvPr>
          <p:cNvSpPr>
            <a:spLocks noGrp="1"/>
          </p:cNvSpPr>
          <p:nvPr>
            <p:ph idx="1"/>
          </p:nvPr>
        </p:nvSpPr>
        <p:spPr>
          <a:xfrm>
            <a:off x="308394" y="1825625"/>
            <a:ext cx="8703632" cy="4351338"/>
          </a:xfrm>
        </p:spPr>
        <p:txBody>
          <a:bodyPr/>
          <a:lstStyle/>
          <a:p>
            <a:r>
              <a:rPr lang="en-GB" dirty="0"/>
              <a:t>This is beyond the time constraints of this course</a:t>
            </a:r>
          </a:p>
          <a:p>
            <a:r>
              <a:rPr lang="en-GB" dirty="0"/>
              <a:t>However, it is a crucial stage</a:t>
            </a:r>
          </a:p>
          <a:p>
            <a:pPr lvl="1"/>
            <a:r>
              <a:rPr lang="en-GB" dirty="0"/>
              <a:t>Remember, a biomarker is only clinically useful if it is associated with some endpoint that we care about</a:t>
            </a:r>
          </a:p>
          <a:p>
            <a:r>
              <a:rPr lang="en-GB" dirty="0"/>
              <a:t>The key tool here is survival analysis</a:t>
            </a:r>
          </a:p>
          <a:p>
            <a:pPr lvl="1"/>
            <a:r>
              <a:rPr lang="en-GB" dirty="0"/>
              <a:t>The statistical analysis of time-dependent data</a:t>
            </a:r>
          </a:p>
          <a:p>
            <a:pPr lvl="1"/>
            <a:r>
              <a:rPr lang="en-GB" dirty="0"/>
              <a:t>We aren’t just interested in whether events (such as death) occur, we are interested in how long it is before they occur</a:t>
            </a:r>
          </a:p>
          <a:p>
            <a:pPr marL="0" indent="0">
              <a:buNone/>
            </a:pPr>
            <a:endParaRPr lang="en-GB" dirty="0"/>
          </a:p>
          <a:p>
            <a:pPr marL="457200" lvl="1" indent="0">
              <a:buNone/>
            </a:pPr>
            <a:endParaRPr lang="en-GB" dirty="0"/>
          </a:p>
        </p:txBody>
      </p:sp>
      <p:sp>
        <p:nvSpPr>
          <p:cNvPr id="4" name="Date Placeholder 3">
            <a:extLst>
              <a:ext uri="{FF2B5EF4-FFF2-40B4-BE49-F238E27FC236}">
                <a16:creationId xmlns:a16="http://schemas.microsoft.com/office/drawing/2014/main" id="{5D5617D0-93FE-9BF4-F8E9-6E3237822A32}"/>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D16C4983-BA71-5C70-EECF-91A866B1B83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8A027246-C669-264E-C35E-8B944B34E9F9}"/>
              </a:ext>
            </a:extLst>
          </p:cNvPr>
          <p:cNvSpPr>
            <a:spLocks noGrp="1"/>
          </p:cNvSpPr>
          <p:nvPr>
            <p:ph type="sldNum" sz="quarter" idx="12"/>
          </p:nvPr>
        </p:nvSpPr>
        <p:spPr/>
        <p:txBody>
          <a:bodyPr/>
          <a:lstStyle/>
          <a:p>
            <a:fld id="{E7D906D2-95E0-1F43-A885-1A6CB9387C09}" type="slidenum">
              <a:rPr lang="en-GB" smtClean="0"/>
              <a:pPr/>
              <a:t>55</a:t>
            </a:fld>
            <a:endParaRPr lang="en-GB" dirty="0"/>
          </a:p>
        </p:txBody>
      </p:sp>
    </p:spTree>
    <p:extLst>
      <p:ext uri="{BB962C8B-B14F-4D97-AF65-F5344CB8AC3E}">
        <p14:creationId xmlns:p14="http://schemas.microsoft.com/office/powerpoint/2010/main" val="461511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152ED-A2F3-B08F-5ED5-482B4B94A65D}"/>
              </a:ext>
            </a:extLst>
          </p:cNvPr>
          <p:cNvSpPr>
            <a:spLocks noGrp="1"/>
          </p:cNvSpPr>
          <p:nvPr>
            <p:ph type="title"/>
          </p:nvPr>
        </p:nvSpPr>
        <p:spPr/>
        <p:txBody>
          <a:bodyPr/>
          <a:lstStyle/>
          <a:p>
            <a:r>
              <a:rPr lang="en-GB" dirty="0"/>
              <a:t>Survival Analysis: beyond the scope of this lecture</a:t>
            </a:r>
          </a:p>
        </p:txBody>
      </p:sp>
      <p:sp>
        <p:nvSpPr>
          <p:cNvPr id="3" name="Content Placeholder 2">
            <a:extLst>
              <a:ext uri="{FF2B5EF4-FFF2-40B4-BE49-F238E27FC236}">
                <a16:creationId xmlns:a16="http://schemas.microsoft.com/office/drawing/2014/main" id="{17762AA2-787A-CAA3-EBC4-C765CF048C30}"/>
              </a:ext>
            </a:extLst>
          </p:cNvPr>
          <p:cNvSpPr>
            <a:spLocks noGrp="1"/>
          </p:cNvSpPr>
          <p:nvPr>
            <p:ph idx="1"/>
          </p:nvPr>
        </p:nvSpPr>
        <p:spPr/>
        <p:txBody>
          <a:bodyPr>
            <a:normAutofit fontScale="92500" lnSpcReduction="10000"/>
          </a:bodyPr>
          <a:lstStyle/>
          <a:p>
            <a:r>
              <a:rPr lang="en-GB" dirty="0"/>
              <a:t>The aim of a lot of biomarkers is to predict the future progression of a disease</a:t>
            </a:r>
          </a:p>
          <a:p>
            <a:pPr lvl="1"/>
            <a:r>
              <a:rPr lang="en-GB" dirty="0"/>
              <a:t>We can quantify whether they achieve this using survival analysis</a:t>
            </a:r>
          </a:p>
          <a:p>
            <a:r>
              <a:rPr lang="en-GB" dirty="0"/>
              <a:t>Survival analysis models the time to an event, not just whether the event occurs</a:t>
            </a:r>
          </a:p>
          <a:p>
            <a:pPr lvl="1"/>
            <a:r>
              <a:rPr lang="en-GB" dirty="0"/>
              <a:t>Complicated by censorship</a:t>
            </a:r>
          </a:p>
          <a:p>
            <a:r>
              <a:rPr lang="en-GB" dirty="0"/>
              <a:t>We can’t just look at the fraction of people who had the outcome (say death), because they all have different times-to-event</a:t>
            </a:r>
          </a:p>
          <a:p>
            <a:r>
              <a:rPr lang="en-GB" dirty="0"/>
              <a:t>There are three possibilities: the event doesn’t occur, the event has already occurred, or it hasn’t occurred yet</a:t>
            </a:r>
          </a:p>
          <a:p>
            <a:pPr lvl="1"/>
            <a:r>
              <a:rPr lang="en-GB" dirty="0"/>
              <a:t>Censoring captures this information, but it requires different models for the prediction</a:t>
            </a:r>
          </a:p>
          <a:p>
            <a:endParaRPr lang="en-GB" dirty="0"/>
          </a:p>
        </p:txBody>
      </p:sp>
      <p:sp>
        <p:nvSpPr>
          <p:cNvPr id="4" name="Date Placeholder 3">
            <a:extLst>
              <a:ext uri="{FF2B5EF4-FFF2-40B4-BE49-F238E27FC236}">
                <a16:creationId xmlns:a16="http://schemas.microsoft.com/office/drawing/2014/main" id="{24ED4AA1-F045-4395-793C-A9A005B0DA55}"/>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A6E566B3-60DC-955B-3387-5A55B6DDAD45}"/>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08A78016-BED9-AD2C-3C61-2CF98F347C11}"/>
              </a:ext>
            </a:extLst>
          </p:cNvPr>
          <p:cNvSpPr>
            <a:spLocks noGrp="1"/>
          </p:cNvSpPr>
          <p:nvPr>
            <p:ph type="sldNum" sz="quarter" idx="12"/>
          </p:nvPr>
        </p:nvSpPr>
        <p:spPr/>
        <p:txBody>
          <a:bodyPr/>
          <a:lstStyle/>
          <a:p>
            <a:fld id="{E7D906D2-95E0-1F43-A885-1A6CB9387C09}" type="slidenum">
              <a:rPr lang="en-GB" smtClean="0"/>
              <a:pPr/>
              <a:t>56</a:t>
            </a:fld>
            <a:endParaRPr lang="en-GB" dirty="0"/>
          </a:p>
        </p:txBody>
      </p:sp>
    </p:spTree>
    <p:extLst>
      <p:ext uri="{BB962C8B-B14F-4D97-AF65-F5344CB8AC3E}">
        <p14:creationId xmlns:p14="http://schemas.microsoft.com/office/powerpoint/2010/main" val="19734982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32914-C074-8B8D-4752-B2CA848E05C9}"/>
              </a:ext>
            </a:extLst>
          </p:cNvPr>
          <p:cNvSpPr>
            <a:spLocks noGrp="1"/>
          </p:cNvSpPr>
          <p:nvPr>
            <p:ph type="title"/>
          </p:nvPr>
        </p:nvSpPr>
        <p:spPr/>
        <p:txBody>
          <a:bodyPr/>
          <a:lstStyle/>
          <a:p>
            <a:r>
              <a:rPr lang="en-GB" dirty="0"/>
              <a:t>Kaplan-Meier Curves: beyond the scope of this lecture</a:t>
            </a:r>
          </a:p>
        </p:txBody>
      </p:sp>
      <p:sp>
        <p:nvSpPr>
          <p:cNvPr id="3" name="Content Placeholder 2">
            <a:extLst>
              <a:ext uri="{FF2B5EF4-FFF2-40B4-BE49-F238E27FC236}">
                <a16:creationId xmlns:a16="http://schemas.microsoft.com/office/drawing/2014/main" id="{8F506C28-FC09-2E6B-7411-BFF030CD2E24}"/>
              </a:ext>
            </a:extLst>
          </p:cNvPr>
          <p:cNvSpPr>
            <a:spLocks noGrp="1"/>
          </p:cNvSpPr>
          <p:nvPr>
            <p:ph idx="1"/>
          </p:nvPr>
        </p:nvSpPr>
        <p:spPr>
          <a:xfrm>
            <a:off x="308393" y="1825625"/>
            <a:ext cx="6884259" cy="4351338"/>
          </a:xfrm>
        </p:spPr>
        <p:txBody>
          <a:bodyPr/>
          <a:lstStyle/>
          <a:p>
            <a:r>
              <a:rPr lang="en-GB" dirty="0"/>
              <a:t>Kaplan-Meier curves show the “survival function”, which is the fraction of patients who have not experienced the event as a function of time</a:t>
            </a:r>
          </a:p>
          <a:p>
            <a:r>
              <a:rPr lang="en-GB" dirty="0"/>
              <a:t>They visualise distinct outcomes</a:t>
            </a:r>
          </a:p>
          <a:p>
            <a:r>
              <a:rPr lang="en-GB" dirty="0"/>
              <a:t>If two Kaplan-Meier curves are distinct, that implies statistically significant survival differences</a:t>
            </a:r>
          </a:p>
        </p:txBody>
      </p:sp>
      <p:sp>
        <p:nvSpPr>
          <p:cNvPr id="4" name="Date Placeholder 3">
            <a:extLst>
              <a:ext uri="{FF2B5EF4-FFF2-40B4-BE49-F238E27FC236}">
                <a16:creationId xmlns:a16="http://schemas.microsoft.com/office/drawing/2014/main" id="{26A1F84D-B489-D146-133E-0C52E453531D}"/>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454E9290-F39A-2117-D50E-44225A47C5CE}"/>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948CFC8C-4598-231D-1223-794128EF6756}"/>
              </a:ext>
            </a:extLst>
          </p:cNvPr>
          <p:cNvSpPr>
            <a:spLocks noGrp="1"/>
          </p:cNvSpPr>
          <p:nvPr>
            <p:ph type="sldNum" sz="quarter" idx="12"/>
          </p:nvPr>
        </p:nvSpPr>
        <p:spPr/>
        <p:txBody>
          <a:bodyPr/>
          <a:lstStyle/>
          <a:p>
            <a:fld id="{E7D906D2-95E0-1F43-A885-1A6CB9387C09}" type="slidenum">
              <a:rPr lang="en-GB" smtClean="0"/>
              <a:pPr/>
              <a:t>57</a:t>
            </a:fld>
            <a:endParaRPr lang="en-GB" dirty="0"/>
          </a:p>
        </p:txBody>
      </p:sp>
    </p:spTree>
    <p:extLst>
      <p:ext uri="{BB962C8B-B14F-4D97-AF65-F5344CB8AC3E}">
        <p14:creationId xmlns:p14="http://schemas.microsoft.com/office/powerpoint/2010/main" val="14844102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3805-040B-6842-4F5B-918BB4F034BD}"/>
              </a:ext>
            </a:extLst>
          </p:cNvPr>
          <p:cNvSpPr>
            <a:spLocks noGrp="1"/>
          </p:cNvSpPr>
          <p:nvPr>
            <p:ph type="title"/>
          </p:nvPr>
        </p:nvSpPr>
        <p:spPr/>
        <p:txBody>
          <a:bodyPr/>
          <a:lstStyle/>
          <a:p>
            <a:r>
              <a:rPr lang="en-GB" dirty="0"/>
              <a:t>Cox Proportional Hazards Models:  beyond the scope of this lecture</a:t>
            </a:r>
          </a:p>
        </p:txBody>
      </p:sp>
      <p:sp>
        <p:nvSpPr>
          <p:cNvPr id="3" name="Content Placeholder 2">
            <a:extLst>
              <a:ext uri="{FF2B5EF4-FFF2-40B4-BE49-F238E27FC236}">
                <a16:creationId xmlns:a16="http://schemas.microsoft.com/office/drawing/2014/main" id="{B1502AC9-E887-EC8D-2AD6-5C372D8F0E1A}"/>
              </a:ext>
            </a:extLst>
          </p:cNvPr>
          <p:cNvSpPr>
            <a:spLocks noGrp="1"/>
          </p:cNvSpPr>
          <p:nvPr>
            <p:ph idx="1"/>
          </p:nvPr>
        </p:nvSpPr>
        <p:spPr/>
        <p:txBody>
          <a:bodyPr>
            <a:normAutofit fontScale="92500" lnSpcReduction="10000"/>
          </a:bodyPr>
          <a:lstStyle/>
          <a:p>
            <a:r>
              <a:rPr lang="en-GB" dirty="0"/>
              <a:t>Another approach in survival analysis is to quantify “how much more likely is the event, given the biomarker”</a:t>
            </a:r>
          </a:p>
          <a:p>
            <a:pPr lvl="1"/>
            <a:r>
              <a:rPr lang="en-GB" dirty="0"/>
              <a:t>This allows us to make statements like “a patient with this biomarker is five times more likely to need this treatment”</a:t>
            </a:r>
          </a:p>
          <a:p>
            <a:r>
              <a:rPr lang="en-GB" dirty="0"/>
              <a:t>In effect, it gives us relative risk between groups</a:t>
            </a:r>
          </a:p>
          <a:p>
            <a:r>
              <a:rPr lang="en-GB" dirty="0"/>
              <a:t>It also allows us to control for other features</a:t>
            </a:r>
          </a:p>
          <a:p>
            <a:pPr lvl="1"/>
            <a:r>
              <a:rPr lang="en-GB" dirty="0"/>
              <a:t>If a biomarker is associated with more lethal disease, but also all the patients who have that biomarker are above 80, is it the age or the biomarker that is really predicting the outcome?</a:t>
            </a:r>
          </a:p>
          <a:p>
            <a:r>
              <a:rPr lang="en-GB" dirty="0"/>
              <a:t>The </a:t>
            </a:r>
            <a:r>
              <a:rPr lang="en-GB" b="1" dirty="0"/>
              <a:t>Cox Proportional Hazards Model </a:t>
            </a:r>
            <a:r>
              <a:rPr lang="en-GB" dirty="0"/>
              <a:t>is used to do this: </a:t>
            </a:r>
            <a:r>
              <a:rPr lang="en-GB" dirty="0">
                <a:hlinkClick r:id="rId2"/>
              </a:rPr>
              <a:t>https://www.emilyzabor.com/survival-analysis-in-r.html#the-cox-regression-model</a:t>
            </a:r>
            <a:r>
              <a:rPr lang="en-GB" dirty="0"/>
              <a:t> </a:t>
            </a:r>
          </a:p>
        </p:txBody>
      </p:sp>
      <p:sp>
        <p:nvSpPr>
          <p:cNvPr id="4" name="Date Placeholder 3">
            <a:extLst>
              <a:ext uri="{FF2B5EF4-FFF2-40B4-BE49-F238E27FC236}">
                <a16:creationId xmlns:a16="http://schemas.microsoft.com/office/drawing/2014/main" id="{0BE274F9-7003-8DDE-C5B7-0EDAD703C625}"/>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1E4DF522-09BD-7497-FA38-FE6E0B3C3C9D}"/>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039818D0-C915-1F85-2A4C-68E614B44DF9}"/>
              </a:ext>
            </a:extLst>
          </p:cNvPr>
          <p:cNvSpPr>
            <a:spLocks noGrp="1"/>
          </p:cNvSpPr>
          <p:nvPr>
            <p:ph type="sldNum" sz="quarter" idx="12"/>
          </p:nvPr>
        </p:nvSpPr>
        <p:spPr/>
        <p:txBody>
          <a:bodyPr/>
          <a:lstStyle/>
          <a:p>
            <a:fld id="{E7D906D2-95E0-1F43-A885-1A6CB9387C09}" type="slidenum">
              <a:rPr lang="en-GB" smtClean="0"/>
              <a:pPr/>
              <a:t>58</a:t>
            </a:fld>
            <a:endParaRPr lang="en-GB" dirty="0"/>
          </a:p>
        </p:txBody>
      </p:sp>
    </p:spTree>
    <p:extLst>
      <p:ext uri="{BB962C8B-B14F-4D97-AF65-F5344CB8AC3E}">
        <p14:creationId xmlns:p14="http://schemas.microsoft.com/office/powerpoint/2010/main" val="3902687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E06F-CEDA-06D4-69C1-0FFBC4EF671E}"/>
              </a:ext>
            </a:extLst>
          </p:cNvPr>
          <p:cNvSpPr>
            <a:spLocks noGrp="1"/>
          </p:cNvSpPr>
          <p:nvPr>
            <p:ph type="title"/>
          </p:nvPr>
        </p:nvSpPr>
        <p:spPr/>
        <p:txBody>
          <a:bodyPr/>
          <a:lstStyle/>
          <a:p>
            <a:r>
              <a:rPr lang="en-GB" dirty="0"/>
              <a:t>Survival Analysis</a:t>
            </a:r>
          </a:p>
        </p:txBody>
      </p:sp>
      <p:sp>
        <p:nvSpPr>
          <p:cNvPr id="3" name="Content Placeholder 2">
            <a:extLst>
              <a:ext uri="{FF2B5EF4-FFF2-40B4-BE49-F238E27FC236}">
                <a16:creationId xmlns:a16="http://schemas.microsoft.com/office/drawing/2014/main" id="{28D5393E-F6EB-BB3A-E929-46A15F7C1E5B}"/>
              </a:ext>
            </a:extLst>
          </p:cNvPr>
          <p:cNvSpPr>
            <a:spLocks noGrp="1"/>
          </p:cNvSpPr>
          <p:nvPr>
            <p:ph idx="1"/>
          </p:nvPr>
        </p:nvSpPr>
        <p:spPr/>
        <p:txBody>
          <a:bodyPr/>
          <a:lstStyle/>
          <a:p>
            <a:r>
              <a:rPr lang="en-GB" dirty="0"/>
              <a:t>As with most things, you don’t need to write the code for this analysis yourself</a:t>
            </a:r>
          </a:p>
          <a:p>
            <a:r>
              <a:rPr lang="en-GB" dirty="0"/>
              <a:t>There are software packages that do it for you</a:t>
            </a:r>
          </a:p>
          <a:p>
            <a:r>
              <a:rPr lang="en-GB" dirty="0"/>
              <a:t>In R: the “survival” package:</a:t>
            </a:r>
          </a:p>
          <a:p>
            <a:pPr lvl="1"/>
            <a:r>
              <a:rPr lang="en-GB" dirty="0">
                <a:hlinkClick r:id="rId2"/>
              </a:rPr>
              <a:t>https://www.emilyzabor.com/survival-analysis-in-r.html</a:t>
            </a:r>
            <a:r>
              <a:rPr lang="en-GB" dirty="0"/>
              <a:t> (also just a really useful resource to read)</a:t>
            </a:r>
          </a:p>
          <a:p>
            <a:pPr lvl="1"/>
            <a:endParaRPr lang="en-GB" dirty="0"/>
          </a:p>
          <a:p>
            <a:r>
              <a:rPr lang="en-GB" dirty="0"/>
              <a:t>In Python: the “lifelines” package:</a:t>
            </a:r>
          </a:p>
          <a:p>
            <a:pPr lvl="1"/>
            <a:r>
              <a:rPr lang="en-GB" dirty="0">
                <a:hlinkClick r:id="rId3"/>
              </a:rPr>
              <a:t>https://lifelines.readthedocs.io/en/latest/</a:t>
            </a:r>
            <a:r>
              <a:rPr lang="en-GB" dirty="0"/>
              <a:t> </a:t>
            </a:r>
          </a:p>
          <a:p>
            <a:pPr lvl="2"/>
            <a:endParaRPr lang="en-GB" dirty="0"/>
          </a:p>
        </p:txBody>
      </p:sp>
      <p:sp>
        <p:nvSpPr>
          <p:cNvPr id="4" name="Date Placeholder 3">
            <a:extLst>
              <a:ext uri="{FF2B5EF4-FFF2-40B4-BE49-F238E27FC236}">
                <a16:creationId xmlns:a16="http://schemas.microsoft.com/office/drawing/2014/main" id="{34EB9046-C7F7-05C8-B4B8-906F8C9A7BEA}"/>
              </a:ext>
            </a:extLst>
          </p:cNvPr>
          <p:cNvSpPr>
            <a:spLocks noGrp="1"/>
          </p:cNvSpPr>
          <p:nvPr>
            <p:ph type="dt" sz="half" idx="10"/>
          </p:nvPr>
        </p:nvSpPr>
        <p:spPr/>
        <p:txBody>
          <a:bodyPr/>
          <a:lstStyle/>
          <a:p>
            <a:r>
              <a:rPr lang="en-GB"/>
              <a:t>17/02/26</a:t>
            </a:r>
            <a:endParaRPr lang="en-GB" dirty="0"/>
          </a:p>
        </p:txBody>
      </p:sp>
      <p:sp>
        <p:nvSpPr>
          <p:cNvPr id="5" name="Footer Placeholder 4">
            <a:extLst>
              <a:ext uri="{FF2B5EF4-FFF2-40B4-BE49-F238E27FC236}">
                <a16:creationId xmlns:a16="http://schemas.microsoft.com/office/drawing/2014/main" id="{717255F4-9543-6553-DD4F-791F8FECC280}"/>
              </a:ext>
            </a:extLst>
          </p:cNvPr>
          <p:cNvSpPr>
            <a:spLocks noGrp="1"/>
          </p:cNvSpPr>
          <p:nvPr>
            <p:ph type="ftr" sz="quarter" idx="11"/>
          </p:nvPr>
        </p:nvSpPr>
        <p:spPr/>
        <p:txBody>
          <a:bodyPr/>
          <a:lstStyle/>
          <a:p>
            <a:r>
              <a:rPr lang="en-GB"/>
              <a:t>MSc in Genomic Medicine - ML for Biomarker Discovery</a:t>
            </a:r>
            <a:endParaRPr lang="en-GB" dirty="0"/>
          </a:p>
        </p:txBody>
      </p:sp>
      <p:sp>
        <p:nvSpPr>
          <p:cNvPr id="6" name="Slide Number Placeholder 5">
            <a:extLst>
              <a:ext uri="{FF2B5EF4-FFF2-40B4-BE49-F238E27FC236}">
                <a16:creationId xmlns:a16="http://schemas.microsoft.com/office/drawing/2014/main" id="{ED43D4EA-0BD0-B7C3-94FA-531D5397AC6B}"/>
              </a:ext>
            </a:extLst>
          </p:cNvPr>
          <p:cNvSpPr>
            <a:spLocks noGrp="1"/>
          </p:cNvSpPr>
          <p:nvPr>
            <p:ph type="sldNum" sz="quarter" idx="12"/>
          </p:nvPr>
        </p:nvSpPr>
        <p:spPr/>
        <p:txBody>
          <a:bodyPr/>
          <a:lstStyle/>
          <a:p>
            <a:fld id="{E7D906D2-95E0-1F43-A885-1A6CB9387C09}" type="slidenum">
              <a:rPr lang="en-GB" smtClean="0"/>
              <a:pPr/>
              <a:t>59</a:t>
            </a:fld>
            <a:endParaRPr lang="en-GB" dirty="0"/>
          </a:p>
        </p:txBody>
      </p:sp>
    </p:spTree>
    <p:extLst>
      <p:ext uri="{BB962C8B-B14F-4D97-AF65-F5344CB8AC3E}">
        <p14:creationId xmlns:p14="http://schemas.microsoft.com/office/powerpoint/2010/main" val="4089147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4713</TotalTime>
  <Words>3585</Words>
  <Application>Microsoft Macintosh PowerPoint</Application>
  <PresentationFormat>Widescreen</PresentationFormat>
  <Paragraphs>526</Paragraphs>
  <Slides>59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-apple-system</vt:lpstr>
      <vt:lpstr>Aptos</vt:lpstr>
      <vt:lpstr>Aptos Display</vt:lpstr>
      <vt:lpstr>Arial</vt:lpstr>
      <vt:lpstr>Cambria Math</vt:lpstr>
      <vt:lpstr>Courier New</vt:lpstr>
      <vt:lpstr>Wingdings</vt:lpstr>
      <vt:lpstr>Office Theme</vt:lpstr>
      <vt:lpstr>Machine Learning for Biomarker Discovery  </vt:lpstr>
      <vt:lpstr>Objectives</vt:lpstr>
      <vt:lpstr>Disclaimer</vt:lpstr>
      <vt:lpstr>1. What is a biomarker?</vt:lpstr>
      <vt:lpstr>What is a biomarker? </vt:lpstr>
      <vt:lpstr>What makes a biomarker useful?</vt:lpstr>
      <vt:lpstr>What makes a biomarker useful?</vt:lpstr>
      <vt:lpstr>What makes a biomarker useful?</vt:lpstr>
      <vt:lpstr>For example: BMI</vt:lpstr>
      <vt:lpstr>For example: BMI</vt:lpstr>
      <vt:lpstr>For example: BMI</vt:lpstr>
      <vt:lpstr>Biomarker Validation</vt:lpstr>
      <vt:lpstr>Biomarker Validation</vt:lpstr>
      <vt:lpstr>Biomarker Validation</vt:lpstr>
      <vt:lpstr>Biomarker Validation</vt:lpstr>
      <vt:lpstr>Biomarker Validation</vt:lpstr>
      <vt:lpstr>Biomarker Validation</vt:lpstr>
      <vt:lpstr>The pipeline of biomarker discovery</vt:lpstr>
      <vt:lpstr>2. Why can machine learning help with biomarker discovery?</vt:lpstr>
      <vt:lpstr>The evolution of biomarkers </vt:lpstr>
      <vt:lpstr>Why is machine learning particularly good for this?</vt:lpstr>
      <vt:lpstr>How is ML used in biomarker discovery?</vt:lpstr>
      <vt:lpstr>Clustering</vt:lpstr>
      <vt:lpstr>Dimensionality Reduction</vt:lpstr>
      <vt:lpstr>Dimensionality Reduction</vt:lpstr>
      <vt:lpstr>UMAP</vt:lpstr>
      <vt:lpstr>UMAP</vt:lpstr>
      <vt:lpstr>UMAP for single-cell</vt:lpstr>
      <vt:lpstr>Autoencoders</vt:lpstr>
      <vt:lpstr>Autoencoders</vt:lpstr>
      <vt:lpstr>Supervised Machine Learning</vt:lpstr>
      <vt:lpstr>Supervised Machine Learning: Example</vt:lpstr>
      <vt:lpstr>Supervised Machine Learning: Example</vt:lpstr>
      <vt:lpstr>Supervised Machine Learning: Example</vt:lpstr>
      <vt:lpstr>Supervised Machine Learning: Example</vt:lpstr>
      <vt:lpstr>Supervised Machine Learning</vt:lpstr>
      <vt:lpstr>Supervised Machine Learning</vt:lpstr>
      <vt:lpstr>Supervised Machine Learning</vt:lpstr>
      <vt:lpstr>What model should I use?</vt:lpstr>
      <vt:lpstr>Model Evaluation</vt:lpstr>
      <vt:lpstr>ROC-Curve</vt:lpstr>
      <vt:lpstr>ROC-Curve</vt:lpstr>
      <vt:lpstr>ROC-Curve</vt:lpstr>
      <vt:lpstr>ROC-Curve</vt:lpstr>
      <vt:lpstr>Practical Course</vt:lpstr>
      <vt:lpstr>Practical Exercises</vt:lpstr>
      <vt:lpstr>Tips for coding</vt:lpstr>
      <vt:lpstr>Google Colab</vt:lpstr>
      <vt:lpstr>Summary</vt:lpstr>
      <vt:lpstr>Summary</vt:lpstr>
      <vt:lpstr>What should you be able to do?</vt:lpstr>
      <vt:lpstr>What have we not really covered?</vt:lpstr>
      <vt:lpstr>PowerPoint Presentation</vt:lpstr>
      <vt:lpstr>Extension: How do we tell how good our biomarker is? </vt:lpstr>
      <vt:lpstr>How do you tell if your biomarker works?</vt:lpstr>
      <vt:lpstr>Survival Analysis: beyond the scope of this lecture</vt:lpstr>
      <vt:lpstr>Kaplan-Meier Curves: beyond the scope of this lecture</vt:lpstr>
      <vt:lpstr>Cox Proportional Hazards Models:  beyond the scope of this lecture</vt:lpstr>
      <vt:lpstr>Survival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Griffin Farrow</dc:creator>
  <cp:lastModifiedBy>Griffin Farrow</cp:lastModifiedBy>
  <cp:revision>1</cp:revision>
  <dcterms:created xsi:type="dcterms:W3CDTF">2025-05-07T09:57:29Z</dcterms:created>
  <dcterms:modified xsi:type="dcterms:W3CDTF">2026-02-04T13:25:30Z</dcterms:modified>
</cp:coreProperties>
</file>